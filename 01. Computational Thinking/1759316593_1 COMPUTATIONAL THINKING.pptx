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2" r:id="rId3"/>
    <p:sldId id="263" r:id="rId4"/>
    <p:sldId id="265" r:id="rId5"/>
    <p:sldId id="272" r:id="rId6"/>
    <p:sldId id="264" r:id="rId7"/>
    <p:sldId id="266" r:id="rId8"/>
    <p:sldId id="267" r:id="rId9"/>
    <p:sldId id="268" r:id="rId10"/>
    <p:sldId id="269" r:id="rId11"/>
    <p:sldId id="270" r:id="rId12"/>
    <p:sldId id="271" r:id="rId13"/>
    <p:sldId id="257" r:id="rId14"/>
    <p:sldId id="258" r:id="rId15"/>
    <p:sldId id="260" r:id="rId16"/>
    <p:sldId id="274" r:id="rId17"/>
    <p:sldId id="275" r:id="rId18"/>
    <p:sldId id="276" r:id="rId19"/>
    <p:sldId id="277" r:id="rId20"/>
    <p:sldId id="278" r:id="rId21"/>
    <p:sldId id="279" r:id="rId22"/>
    <p:sldId id="280" r:id="rId23"/>
    <p:sldId id="281" r:id="rId24"/>
    <p:sldId id="282" r:id="rId25"/>
    <p:sldId id="283" r:id="rId26"/>
    <p:sldId id="284" r:id="rId27"/>
    <p:sldId id="285" r:id="rId28"/>
    <p:sldId id="286" r:id="rId29"/>
    <p:sldId id="261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52"/>
    <p:restoredTop sz="96296"/>
  </p:normalViewPr>
  <p:slideViewPr>
    <p:cSldViewPr snapToGrid="0">
      <p:cViewPr varScale="1">
        <p:scale>
          <a:sx n="116" d="100"/>
          <a:sy n="116" d="100"/>
        </p:scale>
        <p:origin x="224" y="3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73A239C-B23D-5F4B-8EDD-D740A9063325}" type="doc">
      <dgm:prSet loTypeId="urn:microsoft.com/office/officeart/2005/8/layout/pyramid1" loCatId="" qsTypeId="urn:microsoft.com/office/officeart/2005/8/quickstyle/simple1" qsCatId="simple" csTypeId="urn:microsoft.com/office/officeart/2005/8/colors/accent1_5" csCatId="accent1" phldr="1"/>
      <dgm:spPr/>
    </dgm:pt>
    <dgm:pt modelId="{2FC79D49-77DC-7348-A11D-175D5EA201C3}">
      <dgm:prSet phldrT="[Text]" custT="1"/>
      <dgm:spPr/>
      <dgm:t>
        <a:bodyPr/>
        <a:lstStyle/>
        <a:p>
          <a:r>
            <a:rPr lang="en-US" sz="1050" b="1" dirty="0">
              <a:solidFill>
                <a:schemeClr val="accent3"/>
              </a:solidFill>
            </a:rPr>
            <a:t>Create</a:t>
          </a:r>
        </a:p>
      </dgm:t>
    </dgm:pt>
    <dgm:pt modelId="{141F254C-2756-064B-9C17-78D3AC67B94B}" type="parTrans" cxnId="{1FA81C0B-C889-4944-AE82-4DA2A66F7621}">
      <dgm:prSet/>
      <dgm:spPr/>
      <dgm:t>
        <a:bodyPr/>
        <a:lstStyle/>
        <a:p>
          <a:endParaRPr lang="en-US" sz="900">
            <a:solidFill>
              <a:schemeClr val="accent3"/>
            </a:solidFill>
          </a:endParaRPr>
        </a:p>
      </dgm:t>
    </dgm:pt>
    <dgm:pt modelId="{7EC58788-5230-6D43-9180-453EB265F0C1}" type="sibTrans" cxnId="{1FA81C0B-C889-4944-AE82-4DA2A66F7621}">
      <dgm:prSet/>
      <dgm:spPr/>
      <dgm:t>
        <a:bodyPr/>
        <a:lstStyle/>
        <a:p>
          <a:endParaRPr lang="en-US" sz="900">
            <a:solidFill>
              <a:schemeClr val="accent3"/>
            </a:solidFill>
          </a:endParaRPr>
        </a:p>
      </dgm:t>
    </dgm:pt>
    <dgm:pt modelId="{81929B0A-545B-8848-B304-90C32504D8C1}">
      <dgm:prSet phldrT="[Text]" custT="1"/>
      <dgm:spPr/>
      <dgm:t>
        <a:bodyPr/>
        <a:lstStyle/>
        <a:p>
          <a:r>
            <a:rPr lang="en-US" sz="1050" b="1" dirty="0">
              <a:solidFill>
                <a:schemeClr val="accent3"/>
              </a:solidFill>
            </a:rPr>
            <a:t>Evaluate</a:t>
          </a:r>
        </a:p>
      </dgm:t>
    </dgm:pt>
    <dgm:pt modelId="{461AE350-4379-774A-B854-F9B7ACA27629}" type="parTrans" cxnId="{48CB5405-7DEA-DE44-B115-1BBB45C17129}">
      <dgm:prSet/>
      <dgm:spPr/>
      <dgm:t>
        <a:bodyPr/>
        <a:lstStyle/>
        <a:p>
          <a:endParaRPr lang="en-US" sz="900">
            <a:solidFill>
              <a:schemeClr val="accent3"/>
            </a:solidFill>
          </a:endParaRPr>
        </a:p>
      </dgm:t>
    </dgm:pt>
    <dgm:pt modelId="{38BD40B1-C7B4-EF41-9D31-E95EC09167E5}" type="sibTrans" cxnId="{48CB5405-7DEA-DE44-B115-1BBB45C17129}">
      <dgm:prSet/>
      <dgm:spPr/>
      <dgm:t>
        <a:bodyPr/>
        <a:lstStyle/>
        <a:p>
          <a:endParaRPr lang="en-US" sz="900">
            <a:solidFill>
              <a:schemeClr val="accent3"/>
            </a:solidFill>
          </a:endParaRPr>
        </a:p>
      </dgm:t>
    </dgm:pt>
    <dgm:pt modelId="{305ACBE4-C2BF-474E-A180-A23B4DDC63AD}">
      <dgm:prSet phldrT="[Text]" custT="1"/>
      <dgm:spPr/>
      <dgm:t>
        <a:bodyPr/>
        <a:lstStyle/>
        <a:p>
          <a:r>
            <a:rPr lang="en-US" sz="1050" b="1" dirty="0">
              <a:solidFill>
                <a:schemeClr val="accent3"/>
              </a:solidFill>
            </a:rPr>
            <a:t>Analysis</a:t>
          </a:r>
        </a:p>
      </dgm:t>
    </dgm:pt>
    <dgm:pt modelId="{C68CA28A-BBE9-0747-A53F-94CD7ADF8F37}" type="parTrans" cxnId="{1598701E-7093-484C-904F-D422C02F7177}">
      <dgm:prSet/>
      <dgm:spPr/>
      <dgm:t>
        <a:bodyPr/>
        <a:lstStyle/>
        <a:p>
          <a:endParaRPr lang="en-US" sz="900">
            <a:solidFill>
              <a:schemeClr val="accent3"/>
            </a:solidFill>
          </a:endParaRPr>
        </a:p>
      </dgm:t>
    </dgm:pt>
    <dgm:pt modelId="{C294C3F4-CEA7-DA42-82B1-9215E7ED7B1F}" type="sibTrans" cxnId="{1598701E-7093-484C-904F-D422C02F7177}">
      <dgm:prSet/>
      <dgm:spPr/>
      <dgm:t>
        <a:bodyPr/>
        <a:lstStyle/>
        <a:p>
          <a:endParaRPr lang="en-US" sz="900">
            <a:solidFill>
              <a:schemeClr val="accent3"/>
            </a:solidFill>
          </a:endParaRPr>
        </a:p>
      </dgm:t>
    </dgm:pt>
    <dgm:pt modelId="{02BEB143-D7DD-1040-887D-1136D0FF9862}">
      <dgm:prSet phldrT="[Text]" custT="1"/>
      <dgm:spPr/>
      <dgm:t>
        <a:bodyPr/>
        <a:lstStyle/>
        <a:p>
          <a:r>
            <a:rPr lang="en-US" sz="1050" b="1" dirty="0">
              <a:solidFill>
                <a:schemeClr val="accent3"/>
              </a:solidFill>
            </a:rPr>
            <a:t>Apply</a:t>
          </a:r>
        </a:p>
      </dgm:t>
    </dgm:pt>
    <dgm:pt modelId="{B91899F4-59AF-3448-9F08-AE0DB73D0254}" type="parTrans" cxnId="{EF1F7536-2F37-DA49-BDBF-698BE5BBA4B7}">
      <dgm:prSet/>
      <dgm:spPr/>
      <dgm:t>
        <a:bodyPr/>
        <a:lstStyle/>
        <a:p>
          <a:endParaRPr lang="en-US" sz="900">
            <a:solidFill>
              <a:schemeClr val="accent3"/>
            </a:solidFill>
          </a:endParaRPr>
        </a:p>
      </dgm:t>
    </dgm:pt>
    <dgm:pt modelId="{3717074D-896F-5C45-A738-0D2B8A3231D5}" type="sibTrans" cxnId="{EF1F7536-2F37-DA49-BDBF-698BE5BBA4B7}">
      <dgm:prSet/>
      <dgm:spPr/>
      <dgm:t>
        <a:bodyPr/>
        <a:lstStyle/>
        <a:p>
          <a:endParaRPr lang="en-US" sz="900">
            <a:solidFill>
              <a:schemeClr val="accent3"/>
            </a:solidFill>
          </a:endParaRPr>
        </a:p>
      </dgm:t>
    </dgm:pt>
    <dgm:pt modelId="{8FC607F0-279D-7742-90F8-CA843C63EFA2}">
      <dgm:prSet custT="1"/>
      <dgm:spPr/>
      <dgm:t>
        <a:bodyPr/>
        <a:lstStyle/>
        <a:p>
          <a:r>
            <a:rPr lang="en-US" sz="1050" b="1" dirty="0">
              <a:solidFill>
                <a:schemeClr val="accent3"/>
              </a:solidFill>
            </a:rPr>
            <a:t>Understand</a:t>
          </a:r>
        </a:p>
      </dgm:t>
    </dgm:pt>
    <dgm:pt modelId="{1964D4C5-2BEE-6240-AFC9-95E8E31E6482}" type="parTrans" cxnId="{59C68CB2-FB13-0743-A541-F24936035369}">
      <dgm:prSet/>
      <dgm:spPr/>
      <dgm:t>
        <a:bodyPr/>
        <a:lstStyle/>
        <a:p>
          <a:endParaRPr lang="en-US" sz="900">
            <a:solidFill>
              <a:schemeClr val="accent3"/>
            </a:solidFill>
          </a:endParaRPr>
        </a:p>
      </dgm:t>
    </dgm:pt>
    <dgm:pt modelId="{11FA5DDA-0DA0-CD41-8CCF-DDAE12693AB0}" type="sibTrans" cxnId="{59C68CB2-FB13-0743-A541-F24936035369}">
      <dgm:prSet/>
      <dgm:spPr/>
      <dgm:t>
        <a:bodyPr/>
        <a:lstStyle/>
        <a:p>
          <a:endParaRPr lang="en-US" sz="900">
            <a:solidFill>
              <a:schemeClr val="accent3"/>
            </a:solidFill>
          </a:endParaRPr>
        </a:p>
      </dgm:t>
    </dgm:pt>
    <dgm:pt modelId="{7074F7B1-0170-AA45-B1EC-5F334ED67E04}">
      <dgm:prSet custT="1"/>
      <dgm:spPr/>
      <dgm:t>
        <a:bodyPr/>
        <a:lstStyle/>
        <a:p>
          <a:r>
            <a:rPr lang="en-US" sz="1050" b="1" dirty="0">
              <a:solidFill>
                <a:schemeClr val="accent3"/>
              </a:solidFill>
            </a:rPr>
            <a:t>Remember</a:t>
          </a:r>
        </a:p>
      </dgm:t>
    </dgm:pt>
    <dgm:pt modelId="{F37D4823-F387-A442-8639-450E02F8030B}" type="parTrans" cxnId="{0FAF6345-BF8D-4040-8E8D-B3B3231D58F6}">
      <dgm:prSet/>
      <dgm:spPr/>
      <dgm:t>
        <a:bodyPr/>
        <a:lstStyle/>
        <a:p>
          <a:endParaRPr lang="en-US" sz="900">
            <a:solidFill>
              <a:schemeClr val="accent3"/>
            </a:solidFill>
          </a:endParaRPr>
        </a:p>
      </dgm:t>
    </dgm:pt>
    <dgm:pt modelId="{630EA6C0-A1FB-2744-B3A4-BB7EB8BB79B9}" type="sibTrans" cxnId="{0FAF6345-BF8D-4040-8E8D-B3B3231D58F6}">
      <dgm:prSet/>
      <dgm:spPr/>
      <dgm:t>
        <a:bodyPr/>
        <a:lstStyle/>
        <a:p>
          <a:endParaRPr lang="en-US" sz="900">
            <a:solidFill>
              <a:schemeClr val="accent3"/>
            </a:solidFill>
          </a:endParaRPr>
        </a:p>
      </dgm:t>
    </dgm:pt>
    <dgm:pt modelId="{834389F4-6F30-3E45-9965-B805974D5745}" type="pres">
      <dgm:prSet presAssocID="{F73A239C-B23D-5F4B-8EDD-D740A9063325}" presName="Name0" presStyleCnt="0">
        <dgm:presLayoutVars>
          <dgm:dir/>
          <dgm:animLvl val="lvl"/>
          <dgm:resizeHandles val="exact"/>
        </dgm:presLayoutVars>
      </dgm:prSet>
      <dgm:spPr/>
    </dgm:pt>
    <dgm:pt modelId="{C29FE6C5-1415-9942-9B45-94132D09035E}" type="pres">
      <dgm:prSet presAssocID="{2FC79D49-77DC-7348-A11D-175D5EA201C3}" presName="Name8" presStyleCnt="0"/>
      <dgm:spPr/>
    </dgm:pt>
    <dgm:pt modelId="{4B316897-1314-EE4A-9B7C-AB0D47D8E9A6}" type="pres">
      <dgm:prSet presAssocID="{2FC79D49-77DC-7348-A11D-175D5EA201C3}" presName="level" presStyleLbl="node1" presStyleIdx="0" presStyleCnt="6">
        <dgm:presLayoutVars>
          <dgm:chMax val="1"/>
          <dgm:bulletEnabled val="1"/>
        </dgm:presLayoutVars>
      </dgm:prSet>
      <dgm:spPr/>
    </dgm:pt>
    <dgm:pt modelId="{A5ACE575-1300-4B47-92A1-E8E808256980}" type="pres">
      <dgm:prSet presAssocID="{2FC79D49-77DC-7348-A11D-175D5EA201C3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D3C869C9-2218-C144-AA6F-92F5AC2A7069}" type="pres">
      <dgm:prSet presAssocID="{81929B0A-545B-8848-B304-90C32504D8C1}" presName="Name8" presStyleCnt="0"/>
      <dgm:spPr/>
    </dgm:pt>
    <dgm:pt modelId="{454480BA-32A0-4643-A3B7-A28613CEC466}" type="pres">
      <dgm:prSet presAssocID="{81929B0A-545B-8848-B304-90C32504D8C1}" presName="level" presStyleLbl="node1" presStyleIdx="1" presStyleCnt="6">
        <dgm:presLayoutVars>
          <dgm:chMax val="1"/>
          <dgm:bulletEnabled val="1"/>
        </dgm:presLayoutVars>
      </dgm:prSet>
      <dgm:spPr/>
    </dgm:pt>
    <dgm:pt modelId="{0998E28E-CD61-424F-B9E6-5B9FDB3E757B}" type="pres">
      <dgm:prSet presAssocID="{81929B0A-545B-8848-B304-90C32504D8C1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CCC1C579-F19D-7049-BF3B-460CB259EAFF}" type="pres">
      <dgm:prSet presAssocID="{305ACBE4-C2BF-474E-A180-A23B4DDC63AD}" presName="Name8" presStyleCnt="0"/>
      <dgm:spPr/>
    </dgm:pt>
    <dgm:pt modelId="{04BD448F-8C9E-9F4C-9218-10F795C458DA}" type="pres">
      <dgm:prSet presAssocID="{305ACBE4-C2BF-474E-A180-A23B4DDC63AD}" presName="level" presStyleLbl="node1" presStyleIdx="2" presStyleCnt="6">
        <dgm:presLayoutVars>
          <dgm:chMax val="1"/>
          <dgm:bulletEnabled val="1"/>
        </dgm:presLayoutVars>
      </dgm:prSet>
      <dgm:spPr/>
    </dgm:pt>
    <dgm:pt modelId="{A29ABD1F-2DDD-4645-9791-C44AC3CC1F9C}" type="pres">
      <dgm:prSet presAssocID="{305ACBE4-C2BF-474E-A180-A23B4DDC63AD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E8D9EC8E-95A9-E34C-8209-2F4974EA2987}" type="pres">
      <dgm:prSet presAssocID="{02BEB143-D7DD-1040-887D-1136D0FF9862}" presName="Name8" presStyleCnt="0"/>
      <dgm:spPr/>
    </dgm:pt>
    <dgm:pt modelId="{EC3BF86F-C380-8046-87F1-FEC1F3453BC4}" type="pres">
      <dgm:prSet presAssocID="{02BEB143-D7DD-1040-887D-1136D0FF9862}" presName="level" presStyleLbl="node1" presStyleIdx="3" presStyleCnt="6">
        <dgm:presLayoutVars>
          <dgm:chMax val="1"/>
          <dgm:bulletEnabled val="1"/>
        </dgm:presLayoutVars>
      </dgm:prSet>
      <dgm:spPr/>
    </dgm:pt>
    <dgm:pt modelId="{B0AC4646-6C57-2D47-841A-FC6D60C414DE}" type="pres">
      <dgm:prSet presAssocID="{02BEB143-D7DD-1040-887D-1136D0FF9862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089CFE5A-73DD-F644-BCAF-68099623ACBA}" type="pres">
      <dgm:prSet presAssocID="{8FC607F0-279D-7742-90F8-CA843C63EFA2}" presName="Name8" presStyleCnt="0"/>
      <dgm:spPr/>
    </dgm:pt>
    <dgm:pt modelId="{050E8CF4-4C0C-8841-A3D4-9B3BCBAB760A}" type="pres">
      <dgm:prSet presAssocID="{8FC607F0-279D-7742-90F8-CA843C63EFA2}" presName="level" presStyleLbl="node1" presStyleIdx="4" presStyleCnt="6">
        <dgm:presLayoutVars>
          <dgm:chMax val="1"/>
          <dgm:bulletEnabled val="1"/>
        </dgm:presLayoutVars>
      </dgm:prSet>
      <dgm:spPr/>
    </dgm:pt>
    <dgm:pt modelId="{56E3CC1E-287D-0C4D-98CB-AB7F2970C653}" type="pres">
      <dgm:prSet presAssocID="{8FC607F0-279D-7742-90F8-CA843C63EFA2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13AC6E4B-980D-B640-B169-8F5A7F1733CE}" type="pres">
      <dgm:prSet presAssocID="{7074F7B1-0170-AA45-B1EC-5F334ED67E04}" presName="Name8" presStyleCnt="0"/>
      <dgm:spPr/>
    </dgm:pt>
    <dgm:pt modelId="{D2C9F601-EFAA-D649-9402-37D23991C69F}" type="pres">
      <dgm:prSet presAssocID="{7074F7B1-0170-AA45-B1EC-5F334ED67E04}" presName="level" presStyleLbl="node1" presStyleIdx="5" presStyleCnt="6">
        <dgm:presLayoutVars>
          <dgm:chMax val="1"/>
          <dgm:bulletEnabled val="1"/>
        </dgm:presLayoutVars>
      </dgm:prSet>
      <dgm:spPr/>
    </dgm:pt>
    <dgm:pt modelId="{9C6634C7-86DF-6E4B-B805-BEE0F794C650}" type="pres">
      <dgm:prSet presAssocID="{7074F7B1-0170-AA45-B1EC-5F334ED67E04}" presName="levelTx" presStyleLbl="revTx" presStyleIdx="0" presStyleCnt="0">
        <dgm:presLayoutVars>
          <dgm:chMax val="1"/>
          <dgm:bulletEnabled val="1"/>
        </dgm:presLayoutVars>
      </dgm:prSet>
      <dgm:spPr/>
    </dgm:pt>
  </dgm:ptLst>
  <dgm:cxnLst>
    <dgm:cxn modelId="{48CB5405-7DEA-DE44-B115-1BBB45C17129}" srcId="{F73A239C-B23D-5F4B-8EDD-D740A9063325}" destId="{81929B0A-545B-8848-B304-90C32504D8C1}" srcOrd="1" destOrd="0" parTransId="{461AE350-4379-774A-B854-F9B7ACA27629}" sibTransId="{38BD40B1-C7B4-EF41-9D31-E95EC09167E5}"/>
    <dgm:cxn modelId="{1FA81C0B-C889-4944-AE82-4DA2A66F7621}" srcId="{F73A239C-B23D-5F4B-8EDD-D740A9063325}" destId="{2FC79D49-77DC-7348-A11D-175D5EA201C3}" srcOrd="0" destOrd="0" parTransId="{141F254C-2756-064B-9C17-78D3AC67B94B}" sibTransId="{7EC58788-5230-6D43-9180-453EB265F0C1}"/>
    <dgm:cxn modelId="{1598701E-7093-484C-904F-D422C02F7177}" srcId="{F73A239C-B23D-5F4B-8EDD-D740A9063325}" destId="{305ACBE4-C2BF-474E-A180-A23B4DDC63AD}" srcOrd="2" destOrd="0" parTransId="{C68CA28A-BBE9-0747-A53F-94CD7ADF8F37}" sibTransId="{C294C3F4-CEA7-DA42-82B1-9215E7ED7B1F}"/>
    <dgm:cxn modelId="{2BE47E24-9390-8340-BA97-0C21146F6AC9}" type="presOf" srcId="{81929B0A-545B-8848-B304-90C32504D8C1}" destId="{0998E28E-CD61-424F-B9E6-5B9FDB3E757B}" srcOrd="1" destOrd="0" presId="urn:microsoft.com/office/officeart/2005/8/layout/pyramid1"/>
    <dgm:cxn modelId="{44D10729-BF66-6647-A932-C2D1F56B2C31}" type="presOf" srcId="{02BEB143-D7DD-1040-887D-1136D0FF9862}" destId="{B0AC4646-6C57-2D47-841A-FC6D60C414DE}" srcOrd="1" destOrd="0" presId="urn:microsoft.com/office/officeart/2005/8/layout/pyramid1"/>
    <dgm:cxn modelId="{EF1F7536-2F37-DA49-BDBF-698BE5BBA4B7}" srcId="{F73A239C-B23D-5F4B-8EDD-D740A9063325}" destId="{02BEB143-D7DD-1040-887D-1136D0FF9862}" srcOrd="3" destOrd="0" parTransId="{B91899F4-59AF-3448-9F08-AE0DB73D0254}" sibTransId="{3717074D-896F-5C45-A738-0D2B8A3231D5}"/>
    <dgm:cxn modelId="{0FAF6345-BF8D-4040-8E8D-B3B3231D58F6}" srcId="{F73A239C-B23D-5F4B-8EDD-D740A9063325}" destId="{7074F7B1-0170-AA45-B1EC-5F334ED67E04}" srcOrd="5" destOrd="0" parTransId="{F37D4823-F387-A442-8639-450E02F8030B}" sibTransId="{630EA6C0-A1FB-2744-B3A4-BB7EB8BB79B9}"/>
    <dgm:cxn modelId="{03EC6855-D9C5-0747-B512-39C2A0E527A2}" type="presOf" srcId="{7074F7B1-0170-AA45-B1EC-5F334ED67E04}" destId="{9C6634C7-86DF-6E4B-B805-BEE0F794C650}" srcOrd="1" destOrd="0" presId="urn:microsoft.com/office/officeart/2005/8/layout/pyramid1"/>
    <dgm:cxn modelId="{90B6E857-110A-0F4D-BEBE-8F5E5F738015}" type="presOf" srcId="{8FC607F0-279D-7742-90F8-CA843C63EFA2}" destId="{050E8CF4-4C0C-8841-A3D4-9B3BCBAB760A}" srcOrd="0" destOrd="0" presId="urn:microsoft.com/office/officeart/2005/8/layout/pyramid1"/>
    <dgm:cxn modelId="{D2A6336A-193A-CD48-8C84-CECC07922FFA}" type="presOf" srcId="{305ACBE4-C2BF-474E-A180-A23B4DDC63AD}" destId="{A29ABD1F-2DDD-4645-9791-C44AC3CC1F9C}" srcOrd="1" destOrd="0" presId="urn:microsoft.com/office/officeart/2005/8/layout/pyramid1"/>
    <dgm:cxn modelId="{CD9A1091-6BF9-E34A-A401-CB32DDC57C01}" type="presOf" srcId="{8FC607F0-279D-7742-90F8-CA843C63EFA2}" destId="{56E3CC1E-287D-0C4D-98CB-AB7F2970C653}" srcOrd="1" destOrd="0" presId="urn:microsoft.com/office/officeart/2005/8/layout/pyramid1"/>
    <dgm:cxn modelId="{1D7B5297-3659-C04D-93AB-E17FA9AAA46C}" type="presOf" srcId="{2FC79D49-77DC-7348-A11D-175D5EA201C3}" destId="{4B316897-1314-EE4A-9B7C-AB0D47D8E9A6}" srcOrd="0" destOrd="0" presId="urn:microsoft.com/office/officeart/2005/8/layout/pyramid1"/>
    <dgm:cxn modelId="{FEBBE7A8-A61B-974D-8EAB-C9F92C9C367A}" type="presOf" srcId="{F73A239C-B23D-5F4B-8EDD-D740A9063325}" destId="{834389F4-6F30-3E45-9965-B805974D5745}" srcOrd="0" destOrd="0" presId="urn:microsoft.com/office/officeart/2005/8/layout/pyramid1"/>
    <dgm:cxn modelId="{59C68CB2-FB13-0743-A541-F24936035369}" srcId="{F73A239C-B23D-5F4B-8EDD-D740A9063325}" destId="{8FC607F0-279D-7742-90F8-CA843C63EFA2}" srcOrd="4" destOrd="0" parTransId="{1964D4C5-2BEE-6240-AFC9-95E8E31E6482}" sibTransId="{11FA5DDA-0DA0-CD41-8CCF-DDAE12693AB0}"/>
    <dgm:cxn modelId="{272F20B8-3941-3A4E-A42A-D4673A651C9A}" type="presOf" srcId="{81929B0A-545B-8848-B304-90C32504D8C1}" destId="{454480BA-32A0-4643-A3B7-A28613CEC466}" srcOrd="0" destOrd="0" presId="urn:microsoft.com/office/officeart/2005/8/layout/pyramid1"/>
    <dgm:cxn modelId="{253CB2E4-494B-5D43-816D-F3E13D86E9A3}" type="presOf" srcId="{305ACBE4-C2BF-474E-A180-A23B4DDC63AD}" destId="{04BD448F-8C9E-9F4C-9218-10F795C458DA}" srcOrd="0" destOrd="0" presId="urn:microsoft.com/office/officeart/2005/8/layout/pyramid1"/>
    <dgm:cxn modelId="{246189ED-3B01-A044-98E5-3D0BF186C89D}" type="presOf" srcId="{7074F7B1-0170-AA45-B1EC-5F334ED67E04}" destId="{D2C9F601-EFAA-D649-9402-37D23991C69F}" srcOrd="0" destOrd="0" presId="urn:microsoft.com/office/officeart/2005/8/layout/pyramid1"/>
    <dgm:cxn modelId="{958B66F2-F62D-414B-863F-46E910EAC075}" type="presOf" srcId="{02BEB143-D7DD-1040-887D-1136D0FF9862}" destId="{EC3BF86F-C380-8046-87F1-FEC1F3453BC4}" srcOrd="0" destOrd="0" presId="urn:microsoft.com/office/officeart/2005/8/layout/pyramid1"/>
    <dgm:cxn modelId="{EDE7ACFD-6A1F-FE49-ABD7-EA561401E9D7}" type="presOf" srcId="{2FC79D49-77DC-7348-A11D-175D5EA201C3}" destId="{A5ACE575-1300-4B47-92A1-E8E808256980}" srcOrd="1" destOrd="0" presId="urn:microsoft.com/office/officeart/2005/8/layout/pyramid1"/>
    <dgm:cxn modelId="{18E5B79A-2D40-D444-90D7-B752585D0F7E}" type="presParOf" srcId="{834389F4-6F30-3E45-9965-B805974D5745}" destId="{C29FE6C5-1415-9942-9B45-94132D09035E}" srcOrd="0" destOrd="0" presId="urn:microsoft.com/office/officeart/2005/8/layout/pyramid1"/>
    <dgm:cxn modelId="{0D61E664-EA1A-BC4F-BD8C-EAF7AB1B63FF}" type="presParOf" srcId="{C29FE6C5-1415-9942-9B45-94132D09035E}" destId="{4B316897-1314-EE4A-9B7C-AB0D47D8E9A6}" srcOrd="0" destOrd="0" presId="urn:microsoft.com/office/officeart/2005/8/layout/pyramid1"/>
    <dgm:cxn modelId="{3CD0876E-C355-ED42-A795-C1AAFBCA797F}" type="presParOf" srcId="{C29FE6C5-1415-9942-9B45-94132D09035E}" destId="{A5ACE575-1300-4B47-92A1-E8E808256980}" srcOrd="1" destOrd="0" presId="urn:microsoft.com/office/officeart/2005/8/layout/pyramid1"/>
    <dgm:cxn modelId="{787ABD4D-F52B-114C-8BE0-8819109A87E3}" type="presParOf" srcId="{834389F4-6F30-3E45-9965-B805974D5745}" destId="{D3C869C9-2218-C144-AA6F-92F5AC2A7069}" srcOrd="1" destOrd="0" presId="urn:microsoft.com/office/officeart/2005/8/layout/pyramid1"/>
    <dgm:cxn modelId="{C5AAB038-9574-C64F-AC27-7B0B4168BA22}" type="presParOf" srcId="{D3C869C9-2218-C144-AA6F-92F5AC2A7069}" destId="{454480BA-32A0-4643-A3B7-A28613CEC466}" srcOrd="0" destOrd="0" presId="urn:microsoft.com/office/officeart/2005/8/layout/pyramid1"/>
    <dgm:cxn modelId="{C4EAF7F1-A25C-7D45-A875-5A2DC0581914}" type="presParOf" srcId="{D3C869C9-2218-C144-AA6F-92F5AC2A7069}" destId="{0998E28E-CD61-424F-B9E6-5B9FDB3E757B}" srcOrd="1" destOrd="0" presId="urn:microsoft.com/office/officeart/2005/8/layout/pyramid1"/>
    <dgm:cxn modelId="{39AB5064-4633-8746-B6EB-4F7C367C7BAB}" type="presParOf" srcId="{834389F4-6F30-3E45-9965-B805974D5745}" destId="{CCC1C579-F19D-7049-BF3B-460CB259EAFF}" srcOrd="2" destOrd="0" presId="urn:microsoft.com/office/officeart/2005/8/layout/pyramid1"/>
    <dgm:cxn modelId="{4FEE632A-9D36-084A-9BC9-9D1FB0DF5E7E}" type="presParOf" srcId="{CCC1C579-F19D-7049-BF3B-460CB259EAFF}" destId="{04BD448F-8C9E-9F4C-9218-10F795C458DA}" srcOrd="0" destOrd="0" presId="urn:microsoft.com/office/officeart/2005/8/layout/pyramid1"/>
    <dgm:cxn modelId="{79F6F3CB-8016-2841-B95A-2D1806692070}" type="presParOf" srcId="{CCC1C579-F19D-7049-BF3B-460CB259EAFF}" destId="{A29ABD1F-2DDD-4645-9791-C44AC3CC1F9C}" srcOrd="1" destOrd="0" presId="urn:microsoft.com/office/officeart/2005/8/layout/pyramid1"/>
    <dgm:cxn modelId="{E2A02F1A-C70D-214B-A326-88432B18FB80}" type="presParOf" srcId="{834389F4-6F30-3E45-9965-B805974D5745}" destId="{E8D9EC8E-95A9-E34C-8209-2F4974EA2987}" srcOrd="3" destOrd="0" presId="urn:microsoft.com/office/officeart/2005/8/layout/pyramid1"/>
    <dgm:cxn modelId="{31E4BCE0-C868-0045-8C58-EE1124006402}" type="presParOf" srcId="{E8D9EC8E-95A9-E34C-8209-2F4974EA2987}" destId="{EC3BF86F-C380-8046-87F1-FEC1F3453BC4}" srcOrd="0" destOrd="0" presId="urn:microsoft.com/office/officeart/2005/8/layout/pyramid1"/>
    <dgm:cxn modelId="{85ABE65B-29FE-0948-8A99-96B092F7D667}" type="presParOf" srcId="{E8D9EC8E-95A9-E34C-8209-2F4974EA2987}" destId="{B0AC4646-6C57-2D47-841A-FC6D60C414DE}" srcOrd="1" destOrd="0" presId="urn:microsoft.com/office/officeart/2005/8/layout/pyramid1"/>
    <dgm:cxn modelId="{390DCD10-2726-7944-B164-B98255D5AC3F}" type="presParOf" srcId="{834389F4-6F30-3E45-9965-B805974D5745}" destId="{089CFE5A-73DD-F644-BCAF-68099623ACBA}" srcOrd="4" destOrd="0" presId="urn:microsoft.com/office/officeart/2005/8/layout/pyramid1"/>
    <dgm:cxn modelId="{2BC1B57B-7352-0F44-8349-A5BAE1DEB5DF}" type="presParOf" srcId="{089CFE5A-73DD-F644-BCAF-68099623ACBA}" destId="{050E8CF4-4C0C-8841-A3D4-9B3BCBAB760A}" srcOrd="0" destOrd="0" presId="urn:microsoft.com/office/officeart/2005/8/layout/pyramid1"/>
    <dgm:cxn modelId="{C68ADD26-A873-AB4B-A664-4EE9A520CFF0}" type="presParOf" srcId="{089CFE5A-73DD-F644-BCAF-68099623ACBA}" destId="{56E3CC1E-287D-0C4D-98CB-AB7F2970C653}" srcOrd="1" destOrd="0" presId="urn:microsoft.com/office/officeart/2005/8/layout/pyramid1"/>
    <dgm:cxn modelId="{50E2A39F-627A-7B45-9469-97EB7F86E9E1}" type="presParOf" srcId="{834389F4-6F30-3E45-9965-B805974D5745}" destId="{13AC6E4B-980D-B640-B169-8F5A7F1733CE}" srcOrd="5" destOrd="0" presId="urn:microsoft.com/office/officeart/2005/8/layout/pyramid1"/>
    <dgm:cxn modelId="{70D41AD7-7DCF-2B46-9B2A-DDC5F6ECA3C2}" type="presParOf" srcId="{13AC6E4B-980D-B640-B169-8F5A7F1733CE}" destId="{D2C9F601-EFAA-D649-9402-37D23991C69F}" srcOrd="0" destOrd="0" presId="urn:microsoft.com/office/officeart/2005/8/layout/pyramid1"/>
    <dgm:cxn modelId="{B926F87A-ADDA-284F-9A5D-0EEF55A22989}" type="presParOf" srcId="{13AC6E4B-980D-B640-B169-8F5A7F1733CE}" destId="{9C6634C7-86DF-6E4B-B805-BEE0F794C650}" srcOrd="1" destOrd="0" presId="urn:microsoft.com/office/officeart/2005/8/layout/pyramid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35057D7-4F73-F547-9657-EE27AFA8C50D}" type="doc">
      <dgm:prSet loTypeId="urn:microsoft.com/office/officeart/2005/8/layout/hierarchy2" loCatId="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46490671-07D0-EE4D-ACF1-C74FA6B6E99E}">
      <dgm:prSet phldrT="[Text]"/>
      <dgm:spPr/>
      <dgm:t>
        <a:bodyPr/>
        <a:lstStyle/>
        <a:p>
          <a:r>
            <a:rPr lang="en-US" dirty="0" err="1"/>
            <a:t>Perangkat</a:t>
          </a:r>
          <a:r>
            <a:rPr lang="en-US" dirty="0"/>
            <a:t> </a:t>
          </a:r>
          <a:r>
            <a:rPr lang="en-US" dirty="0" err="1"/>
            <a:t>Sistem</a:t>
          </a:r>
          <a:r>
            <a:rPr lang="en-US" dirty="0"/>
            <a:t> </a:t>
          </a:r>
          <a:r>
            <a:rPr lang="en-US" dirty="0" err="1"/>
            <a:t>Komputer</a:t>
          </a:r>
          <a:endParaRPr lang="en-US" dirty="0"/>
        </a:p>
      </dgm:t>
    </dgm:pt>
    <dgm:pt modelId="{0909A052-9BB3-B74C-B1A6-5BC88CE0CA6B}" type="parTrans" cxnId="{79FA89B8-E1FB-6A4D-B1EA-08F0D70FF127}">
      <dgm:prSet/>
      <dgm:spPr/>
      <dgm:t>
        <a:bodyPr/>
        <a:lstStyle/>
        <a:p>
          <a:endParaRPr lang="en-US"/>
        </a:p>
      </dgm:t>
    </dgm:pt>
    <dgm:pt modelId="{CB911D31-C768-6949-B1F5-BD3F4501D7A8}" type="sibTrans" cxnId="{79FA89B8-E1FB-6A4D-B1EA-08F0D70FF127}">
      <dgm:prSet/>
      <dgm:spPr/>
      <dgm:t>
        <a:bodyPr/>
        <a:lstStyle/>
        <a:p>
          <a:endParaRPr lang="en-US"/>
        </a:p>
      </dgm:t>
    </dgm:pt>
    <dgm:pt modelId="{0E3BE62F-C14C-3C42-BBED-C8CBDBF693D6}">
      <dgm:prSet phldrT="[Text]"/>
      <dgm:spPr/>
      <dgm:t>
        <a:bodyPr/>
        <a:lstStyle/>
        <a:p>
          <a:r>
            <a:rPr lang="en-US" dirty="0"/>
            <a:t>Hardware</a:t>
          </a:r>
        </a:p>
      </dgm:t>
    </dgm:pt>
    <dgm:pt modelId="{1912815B-2F08-2946-85CA-7A6392BA1248}" type="parTrans" cxnId="{9049837B-EB1C-7343-87C7-2086F3BD5C69}">
      <dgm:prSet/>
      <dgm:spPr/>
      <dgm:t>
        <a:bodyPr/>
        <a:lstStyle/>
        <a:p>
          <a:endParaRPr lang="en-US"/>
        </a:p>
      </dgm:t>
    </dgm:pt>
    <dgm:pt modelId="{E7C580A8-1627-9D43-B9DB-1A69A1DC64AF}" type="sibTrans" cxnId="{9049837B-EB1C-7343-87C7-2086F3BD5C69}">
      <dgm:prSet/>
      <dgm:spPr/>
      <dgm:t>
        <a:bodyPr/>
        <a:lstStyle/>
        <a:p>
          <a:endParaRPr lang="en-US"/>
        </a:p>
      </dgm:t>
    </dgm:pt>
    <dgm:pt modelId="{A71B52A8-46C4-9D4B-8303-FCD0B978B79F}">
      <dgm:prSet phldrT="[Text]"/>
      <dgm:spPr/>
      <dgm:t>
        <a:bodyPr/>
        <a:lstStyle/>
        <a:p>
          <a:r>
            <a:rPr lang="en-US" dirty="0"/>
            <a:t>Software</a:t>
          </a:r>
        </a:p>
      </dgm:t>
    </dgm:pt>
    <dgm:pt modelId="{E654007C-140E-6E49-B29A-EDB33115D644}" type="parTrans" cxnId="{124058C0-4644-E54C-8943-3465A93427D1}">
      <dgm:prSet/>
      <dgm:spPr/>
      <dgm:t>
        <a:bodyPr/>
        <a:lstStyle/>
        <a:p>
          <a:endParaRPr lang="en-US"/>
        </a:p>
      </dgm:t>
    </dgm:pt>
    <dgm:pt modelId="{BB1E44E4-DD09-4146-B7A7-B02CED52A6CC}" type="sibTrans" cxnId="{124058C0-4644-E54C-8943-3465A93427D1}">
      <dgm:prSet/>
      <dgm:spPr/>
      <dgm:t>
        <a:bodyPr/>
        <a:lstStyle/>
        <a:p>
          <a:endParaRPr lang="en-US"/>
        </a:p>
      </dgm:t>
    </dgm:pt>
    <dgm:pt modelId="{2539872A-4766-EB4F-B9B0-0B27A77A28FA}">
      <dgm:prSet phldrT="[Text]"/>
      <dgm:spPr/>
      <dgm:t>
        <a:bodyPr/>
        <a:lstStyle/>
        <a:p>
          <a:r>
            <a:rPr lang="en-US" dirty="0" err="1"/>
            <a:t>Brainware</a:t>
          </a:r>
          <a:endParaRPr lang="en-US" dirty="0"/>
        </a:p>
      </dgm:t>
    </dgm:pt>
    <dgm:pt modelId="{2F6157F4-5509-1944-A8F7-CA798917D593}" type="parTrans" cxnId="{01C4CFBE-4DD2-7244-AEAD-13C3616E86CA}">
      <dgm:prSet/>
      <dgm:spPr/>
      <dgm:t>
        <a:bodyPr/>
        <a:lstStyle/>
        <a:p>
          <a:endParaRPr lang="en-US"/>
        </a:p>
      </dgm:t>
    </dgm:pt>
    <dgm:pt modelId="{5CC5FB00-8F25-8943-8F09-36448A6E6AED}" type="sibTrans" cxnId="{01C4CFBE-4DD2-7244-AEAD-13C3616E86CA}">
      <dgm:prSet/>
      <dgm:spPr/>
      <dgm:t>
        <a:bodyPr/>
        <a:lstStyle/>
        <a:p>
          <a:endParaRPr lang="en-US"/>
        </a:p>
      </dgm:t>
    </dgm:pt>
    <dgm:pt modelId="{5FAE2984-7B54-484C-B0C5-452B9BE69F18}" type="pres">
      <dgm:prSet presAssocID="{235057D7-4F73-F547-9657-EE27AFA8C50D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1B0CB7D3-998D-0140-9AF0-6BEEE81B89FE}" type="pres">
      <dgm:prSet presAssocID="{46490671-07D0-EE4D-ACF1-C74FA6B6E99E}" presName="root1" presStyleCnt="0"/>
      <dgm:spPr/>
    </dgm:pt>
    <dgm:pt modelId="{BF3DE8B5-F960-D844-94DF-88B19E218742}" type="pres">
      <dgm:prSet presAssocID="{46490671-07D0-EE4D-ACF1-C74FA6B6E99E}" presName="LevelOneTextNode" presStyleLbl="node0" presStyleIdx="0" presStyleCnt="1">
        <dgm:presLayoutVars>
          <dgm:chPref val="3"/>
        </dgm:presLayoutVars>
      </dgm:prSet>
      <dgm:spPr/>
    </dgm:pt>
    <dgm:pt modelId="{85767543-3D44-5944-AA66-C21DCFF9DD39}" type="pres">
      <dgm:prSet presAssocID="{46490671-07D0-EE4D-ACF1-C74FA6B6E99E}" presName="level2hierChild" presStyleCnt="0"/>
      <dgm:spPr/>
    </dgm:pt>
    <dgm:pt modelId="{645BDEB0-D42C-2540-B7E4-D32E46E99C47}" type="pres">
      <dgm:prSet presAssocID="{1912815B-2F08-2946-85CA-7A6392BA1248}" presName="conn2-1" presStyleLbl="parChTrans1D2" presStyleIdx="0" presStyleCnt="3"/>
      <dgm:spPr/>
    </dgm:pt>
    <dgm:pt modelId="{7952F492-BB8B-744D-B02F-8CA10259E1BB}" type="pres">
      <dgm:prSet presAssocID="{1912815B-2F08-2946-85CA-7A6392BA1248}" presName="connTx" presStyleLbl="parChTrans1D2" presStyleIdx="0" presStyleCnt="3"/>
      <dgm:spPr/>
    </dgm:pt>
    <dgm:pt modelId="{7D343792-111B-254B-983B-EC3CEA918698}" type="pres">
      <dgm:prSet presAssocID="{0E3BE62F-C14C-3C42-BBED-C8CBDBF693D6}" presName="root2" presStyleCnt="0"/>
      <dgm:spPr/>
    </dgm:pt>
    <dgm:pt modelId="{020DCAC5-C911-D844-8693-4044E05D98C7}" type="pres">
      <dgm:prSet presAssocID="{0E3BE62F-C14C-3C42-BBED-C8CBDBF693D6}" presName="LevelTwoTextNode" presStyleLbl="node2" presStyleIdx="0" presStyleCnt="3" custLinFactY="-16550" custLinFactNeighborY="-100000">
        <dgm:presLayoutVars>
          <dgm:chPref val="3"/>
        </dgm:presLayoutVars>
      </dgm:prSet>
      <dgm:spPr/>
    </dgm:pt>
    <dgm:pt modelId="{9CE177A1-ED36-5348-8400-B9083D8D765B}" type="pres">
      <dgm:prSet presAssocID="{0E3BE62F-C14C-3C42-BBED-C8CBDBF693D6}" presName="level3hierChild" presStyleCnt="0"/>
      <dgm:spPr/>
    </dgm:pt>
    <dgm:pt modelId="{9AD609F4-B335-7948-BEBF-3167B18FD2FF}" type="pres">
      <dgm:prSet presAssocID="{E654007C-140E-6E49-B29A-EDB33115D644}" presName="conn2-1" presStyleLbl="parChTrans1D2" presStyleIdx="1" presStyleCnt="3"/>
      <dgm:spPr/>
    </dgm:pt>
    <dgm:pt modelId="{E5069743-F1C2-6C47-8B8B-936F9D0FA709}" type="pres">
      <dgm:prSet presAssocID="{E654007C-140E-6E49-B29A-EDB33115D644}" presName="connTx" presStyleLbl="parChTrans1D2" presStyleIdx="1" presStyleCnt="3"/>
      <dgm:spPr/>
    </dgm:pt>
    <dgm:pt modelId="{70B9737F-0167-F64F-868E-98E82FB3E790}" type="pres">
      <dgm:prSet presAssocID="{A71B52A8-46C4-9D4B-8303-FCD0B978B79F}" presName="root2" presStyleCnt="0"/>
      <dgm:spPr/>
    </dgm:pt>
    <dgm:pt modelId="{03948C6C-4BF5-2840-B369-074B62437B66}" type="pres">
      <dgm:prSet presAssocID="{A71B52A8-46C4-9D4B-8303-FCD0B978B79F}" presName="LevelTwoTextNode" presStyleLbl="node2" presStyleIdx="1" presStyleCnt="3">
        <dgm:presLayoutVars>
          <dgm:chPref val="3"/>
        </dgm:presLayoutVars>
      </dgm:prSet>
      <dgm:spPr/>
    </dgm:pt>
    <dgm:pt modelId="{4BEB91C3-D0EF-D840-9CF3-ABA513026661}" type="pres">
      <dgm:prSet presAssocID="{A71B52A8-46C4-9D4B-8303-FCD0B978B79F}" presName="level3hierChild" presStyleCnt="0"/>
      <dgm:spPr/>
    </dgm:pt>
    <dgm:pt modelId="{0AD2D8C3-290A-E34B-BAFC-A34A4B6B831D}" type="pres">
      <dgm:prSet presAssocID="{2F6157F4-5509-1944-A8F7-CA798917D593}" presName="conn2-1" presStyleLbl="parChTrans1D2" presStyleIdx="2" presStyleCnt="3"/>
      <dgm:spPr/>
    </dgm:pt>
    <dgm:pt modelId="{CE41545E-560B-9949-8F48-3FB5EAEE590A}" type="pres">
      <dgm:prSet presAssocID="{2F6157F4-5509-1944-A8F7-CA798917D593}" presName="connTx" presStyleLbl="parChTrans1D2" presStyleIdx="2" presStyleCnt="3"/>
      <dgm:spPr/>
    </dgm:pt>
    <dgm:pt modelId="{0D678A70-2C33-7D4F-9082-3351A011C85B}" type="pres">
      <dgm:prSet presAssocID="{2539872A-4766-EB4F-B9B0-0B27A77A28FA}" presName="root2" presStyleCnt="0"/>
      <dgm:spPr/>
    </dgm:pt>
    <dgm:pt modelId="{60EB0487-D4E6-8B4E-AA8D-46D9AEFF54CA}" type="pres">
      <dgm:prSet presAssocID="{2539872A-4766-EB4F-B9B0-0B27A77A28FA}" presName="LevelTwoTextNode" presStyleLbl="node2" presStyleIdx="2" presStyleCnt="3" custLinFactY="25515" custLinFactNeighborX="-1793" custLinFactNeighborY="100000">
        <dgm:presLayoutVars>
          <dgm:chPref val="3"/>
        </dgm:presLayoutVars>
      </dgm:prSet>
      <dgm:spPr/>
    </dgm:pt>
    <dgm:pt modelId="{DE01F700-5E4E-5D4D-8314-28AA561A12C7}" type="pres">
      <dgm:prSet presAssocID="{2539872A-4766-EB4F-B9B0-0B27A77A28FA}" presName="level3hierChild" presStyleCnt="0"/>
      <dgm:spPr/>
    </dgm:pt>
  </dgm:ptLst>
  <dgm:cxnLst>
    <dgm:cxn modelId="{4311C416-61AB-604D-B7E5-8CF25398B15E}" type="presOf" srcId="{1912815B-2F08-2946-85CA-7A6392BA1248}" destId="{7952F492-BB8B-744D-B02F-8CA10259E1BB}" srcOrd="1" destOrd="0" presId="urn:microsoft.com/office/officeart/2005/8/layout/hierarchy2"/>
    <dgm:cxn modelId="{FB4BCF65-0E7D-0C49-B060-8DF36EBB00C6}" type="presOf" srcId="{A71B52A8-46C4-9D4B-8303-FCD0B978B79F}" destId="{03948C6C-4BF5-2840-B369-074B62437B66}" srcOrd="0" destOrd="0" presId="urn:microsoft.com/office/officeart/2005/8/layout/hierarchy2"/>
    <dgm:cxn modelId="{DD2DEA6F-EB99-6948-A0E5-F1A6E44838E4}" type="presOf" srcId="{E654007C-140E-6E49-B29A-EDB33115D644}" destId="{9AD609F4-B335-7948-BEBF-3167B18FD2FF}" srcOrd="0" destOrd="0" presId="urn:microsoft.com/office/officeart/2005/8/layout/hierarchy2"/>
    <dgm:cxn modelId="{9049837B-EB1C-7343-87C7-2086F3BD5C69}" srcId="{46490671-07D0-EE4D-ACF1-C74FA6B6E99E}" destId="{0E3BE62F-C14C-3C42-BBED-C8CBDBF693D6}" srcOrd="0" destOrd="0" parTransId="{1912815B-2F08-2946-85CA-7A6392BA1248}" sibTransId="{E7C580A8-1627-9D43-B9DB-1A69A1DC64AF}"/>
    <dgm:cxn modelId="{3CB6857E-6982-764F-BB7F-77631236C164}" type="presOf" srcId="{1912815B-2F08-2946-85CA-7A6392BA1248}" destId="{645BDEB0-D42C-2540-B7E4-D32E46E99C47}" srcOrd="0" destOrd="0" presId="urn:microsoft.com/office/officeart/2005/8/layout/hierarchy2"/>
    <dgm:cxn modelId="{15C5AF8C-1694-9446-9E4A-869CD48CC146}" type="presOf" srcId="{2F6157F4-5509-1944-A8F7-CA798917D593}" destId="{0AD2D8C3-290A-E34B-BAFC-A34A4B6B831D}" srcOrd="0" destOrd="0" presId="urn:microsoft.com/office/officeart/2005/8/layout/hierarchy2"/>
    <dgm:cxn modelId="{7C99489B-14FF-7240-A3C0-6886620C123E}" type="presOf" srcId="{0E3BE62F-C14C-3C42-BBED-C8CBDBF693D6}" destId="{020DCAC5-C911-D844-8693-4044E05D98C7}" srcOrd="0" destOrd="0" presId="urn:microsoft.com/office/officeart/2005/8/layout/hierarchy2"/>
    <dgm:cxn modelId="{582F4EAE-8D71-AB4F-A8FA-1A7A09E0D45D}" type="presOf" srcId="{2539872A-4766-EB4F-B9B0-0B27A77A28FA}" destId="{60EB0487-D4E6-8B4E-AA8D-46D9AEFF54CA}" srcOrd="0" destOrd="0" presId="urn:microsoft.com/office/officeart/2005/8/layout/hierarchy2"/>
    <dgm:cxn modelId="{8B6134B5-ACBB-E540-8708-436DF980519C}" type="presOf" srcId="{E654007C-140E-6E49-B29A-EDB33115D644}" destId="{E5069743-F1C2-6C47-8B8B-936F9D0FA709}" srcOrd="1" destOrd="0" presId="urn:microsoft.com/office/officeart/2005/8/layout/hierarchy2"/>
    <dgm:cxn modelId="{79FA89B8-E1FB-6A4D-B1EA-08F0D70FF127}" srcId="{235057D7-4F73-F547-9657-EE27AFA8C50D}" destId="{46490671-07D0-EE4D-ACF1-C74FA6B6E99E}" srcOrd="0" destOrd="0" parTransId="{0909A052-9BB3-B74C-B1A6-5BC88CE0CA6B}" sibTransId="{CB911D31-C768-6949-B1F5-BD3F4501D7A8}"/>
    <dgm:cxn modelId="{01C4CFBE-4DD2-7244-AEAD-13C3616E86CA}" srcId="{46490671-07D0-EE4D-ACF1-C74FA6B6E99E}" destId="{2539872A-4766-EB4F-B9B0-0B27A77A28FA}" srcOrd="2" destOrd="0" parTransId="{2F6157F4-5509-1944-A8F7-CA798917D593}" sibTransId="{5CC5FB00-8F25-8943-8F09-36448A6E6AED}"/>
    <dgm:cxn modelId="{2D8FDEBE-BB81-4C43-BDA5-1C720142F198}" type="presOf" srcId="{235057D7-4F73-F547-9657-EE27AFA8C50D}" destId="{5FAE2984-7B54-484C-B0C5-452B9BE69F18}" srcOrd="0" destOrd="0" presId="urn:microsoft.com/office/officeart/2005/8/layout/hierarchy2"/>
    <dgm:cxn modelId="{124058C0-4644-E54C-8943-3465A93427D1}" srcId="{46490671-07D0-EE4D-ACF1-C74FA6B6E99E}" destId="{A71B52A8-46C4-9D4B-8303-FCD0B978B79F}" srcOrd="1" destOrd="0" parTransId="{E654007C-140E-6E49-B29A-EDB33115D644}" sibTransId="{BB1E44E4-DD09-4146-B7A7-B02CED52A6CC}"/>
    <dgm:cxn modelId="{7AC140C6-99C7-134C-9C8D-D0CDFD1C5AEA}" type="presOf" srcId="{2F6157F4-5509-1944-A8F7-CA798917D593}" destId="{CE41545E-560B-9949-8F48-3FB5EAEE590A}" srcOrd="1" destOrd="0" presId="urn:microsoft.com/office/officeart/2005/8/layout/hierarchy2"/>
    <dgm:cxn modelId="{AA8B13C7-6915-3549-8607-1B6248F3D7FD}" type="presOf" srcId="{46490671-07D0-EE4D-ACF1-C74FA6B6E99E}" destId="{BF3DE8B5-F960-D844-94DF-88B19E218742}" srcOrd="0" destOrd="0" presId="urn:microsoft.com/office/officeart/2005/8/layout/hierarchy2"/>
    <dgm:cxn modelId="{11D60418-63F5-DE4F-8B3B-4A856A41F1B8}" type="presParOf" srcId="{5FAE2984-7B54-484C-B0C5-452B9BE69F18}" destId="{1B0CB7D3-998D-0140-9AF0-6BEEE81B89FE}" srcOrd="0" destOrd="0" presId="urn:microsoft.com/office/officeart/2005/8/layout/hierarchy2"/>
    <dgm:cxn modelId="{29CC64EF-38CA-3445-BC3B-53443B7EDA12}" type="presParOf" srcId="{1B0CB7D3-998D-0140-9AF0-6BEEE81B89FE}" destId="{BF3DE8B5-F960-D844-94DF-88B19E218742}" srcOrd="0" destOrd="0" presId="urn:microsoft.com/office/officeart/2005/8/layout/hierarchy2"/>
    <dgm:cxn modelId="{3C757EFF-C768-BD41-B8AB-EACED01A96CE}" type="presParOf" srcId="{1B0CB7D3-998D-0140-9AF0-6BEEE81B89FE}" destId="{85767543-3D44-5944-AA66-C21DCFF9DD39}" srcOrd="1" destOrd="0" presId="urn:microsoft.com/office/officeart/2005/8/layout/hierarchy2"/>
    <dgm:cxn modelId="{E848240B-260C-DB4F-A792-45709252D4F7}" type="presParOf" srcId="{85767543-3D44-5944-AA66-C21DCFF9DD39}" destId="{645BDEB0-D42C-2540-B7E4-D32E46E99C47}" srcOrd="0" destOrd="0" presId="urn:microsoft.com/office/officeart/2005/8/layout/hierarchy2"/>
    <dgm:cxn modelId="{C6468DB9-3F6C-F94F-8369-3B4A8ACE9A6E}" type="presParOf" srcId="{645BDEB0-D42C-2540-B7E4-D32E46E99C47}" destId="{7952F492-BB8B-744D-B02F-8CA10259E1BB}" srcOrd="0" destOrd="0" presId="urn:microsoft.com/office/officeart/2005/8/layout/hierarchy2"/>
    <dgm:cxn modelId="{EDB00F6C-C094-3042-893A-AACAB0946D33}" type="presParOf" srcId="{85767543-3D44-5944-AA66-C21DCFF9DD39}" destId="{7D343792-111B-254B-983B-EC3CEA918698}" srcOrd="1" destOrd="0" presId="urn:microsoft.com/office/officeart/2005/8/layout/hierarchy2"/>
    <dgm:cxn modelId="{9F9FE4F2-036C-3648-B69D-DBFB91F87216}" type="presParOf" srcId="{7D343792-111B-254B-983B-EC3CEA918698}" destId="{020DCAC5-C911-D844-8693-4044E05D98C7}" srcOrd="0" destOrd="0" presId="urn:microsoft.com/office/officeart/2005/8/layout/hierarchy2"/>
    <dgm:cxn modelId="{DE4B04E7-595C-5847-B1E4-0C07769F55B9}" type="presParOf" srcId="{7D343792-111B-254B-983B-EC3CEA918698}" destId="{9CE177A1-ED36-5348-8400-B9083D8D765B}" srcOrd="1" destOrd="0" presId="urn:microsoft.com/office/officeart/2005/8/layout/hierarchy2"/>
    <dgm:cxn modelId="{08A1931B-FC61-3640-AE44-5041B9C9A666}" type="presParOf" srcId="{85767543-3D44-5944-AA66-C21DCFF9DD39}" destId="{9AD609F4-B335-7948-BEBF-3167B18FD2FF}" srcOrd="2" destOrd="0" presId="urn:microsoft.com/office/officeart/2005/8/layout/hierarchy2"/>
    <dgm:cxn modelId="{8A391148-25B4-9942-8C19-01562CB67CD8}" type="presParOf" srcId="{9AD609F4-B335-7948-BEBF-3167B18FD2FF}" destId="{E5069743-F1C2-6C47-8B8B-936F9D0FA709}" srcOrd="0" destOrd="0" presId="urn:microsoft.com/office/officeart/2005/8/layout/hierarchy2"/>
    <dgm:cxn modelId="{EF4A884A-6069-B04D-9DCD-529A6AB3F0B7}" type="presParOf" srcId="{85767543-3D44-5944-AA66-C21DCFF9DD39}" destId="{70B9737F-0167-F64F-868E-98E82FB3E790}" srcOrd="3" destOrd="0" presId="urn:microsoft.com/office/officeart/2005/8/layout/hierarchy2"/>
    <dgm:cxn modelId="{C7C7EDB3-5A8D-844B-AA9B-8B96C0CEA8E1}" type="presParOf" srcId="{70B9737F-0167-F64F-868E-98E82FB3E790}" destId="{03948C6C-4BF5-2840-B369-074B62437B66}" srcOrd="0" destOrd="0" presId="urn:microsoft.com/office/officeart/2005/8/layout/hierarchy2"/>
    <dgm:cxn modelId="{2603741C-AF51-554C-A910-EBE73631112A}" type="presParOf" srcId="{70B9737F-0167-F64F-868E-98E82FB3E790}" destId="{4BEB91C3-D0EF-D840-9CF3-ABA513026661}" srcOrd="1" destOrd="0" presId="urn:microsoft.com/office/officeart/2005/8/layout/hierarchy2"/>
    <dgm:cxn modelId="{7CD160BA-F54B-AA4D-B233-830BD936E023}" type="presParOf" srcId="{85767543-3D44-5944-AA66-C21DCFF9DD39}" destId="{0AD2D8C3-290A-E34B-BAFC-A34A4B6B831D}" srcOrd="4" destOrd="0" presId="urn:microsoft.com/office/officeart/2005/8/layout/hierarchy2"/>
    <dgm:cxn modelId="{7B931165-088E-0843-8B0F-B19C82F755B8}" type="presParOf" srcId="{0AD2D8C3-290A-E34B-BAFC-A34A4B6B831D}" destId="{CE41545E-560B-9949-8F48-3FB5EAEE590A}" srcOrd="0" destOrd="0" presId="urn:microsoft.com/office/officeart/2005/8/layout/hierarchy2"/>
    <dgm:cxn modelId="{1460D47B-4D96-004B-B596-7A18FB2A88C9}" type="presParOf" srcId="{85767543-3D44-5944-AA66-C21DCFF9DD39}" destId="{0D678A70-2C33-7D4F-9082-3351A011C85B}" srcOrd="5" destOrd="0" presId="urn:microsoft.com/office/officeart/2005/8/layout/hierarchy2"/>
    <dgm:cxn modelId="{99D37142-D3EE-7F47-8F2C-90A6F21A9C40}" type="presParOf" srcId="{0D678A70-2C33-7D4F-9082-3351A011C85B}" destId="{60EB0487-D4E6-8B4E-AA8D-46D9AEFF54CA}" srcOrd="0" destOrd="0" presId="urn:microsoft.com/office/officeart/2005/8/layout/hierarchy2"/>
    <dgm:cxn modelId="{D7C3B44D-0B36-6045-96B2-223D2E0B12C7}" type="presParOf" srcId="{0D678A70-2C33-7D4F-9082-3351A011C85B}" destId="{DE01F700-5E4E-5D4D-8314-28AA561A12C7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B316897-1314-EE4A-9B7C-AB0D47D8E9A6}">
      <dsp:nvSpPr>
        <dsp:cNvPr id="0" name=""/>
        <dsp:cNvSpPr/>
      </dsp:nvSpPr>
      <dsp:spPr>
        <a:xfrm>
          <a:off x="2469232" y="0"/>
          <a:ext cx="987692" cy="712953"/>
        </a:xfrm>
        <a:prstGeom prst="trapezoid">
          <a:avLst>
            <a:gd name="adj" fmla="val 69268"/>
          </a:avLst>
        </a:prstGeom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50" b="1" kern="1200" dirty="0">
              <a:solidFill>
                <a:schemeClr val="accent3"/>
              </a:solidFill>
            </a:rPr>
            <a:t>Create</a:t>
          </a:r>
        </a:p>
      </dsp:txBody>
      <dsp:txXfrm>
        <a:off x="2469232" y="0"/>
        <a:ext cx="987692" cy="712953"/>
      </dsp:txXfrm>
    </dsp:sp>
    <dsp:sp modelId="{454480BA-32A0-4643-A3B7-A28613CEC466}">
      <dsp:nvSpPr>
        <dsp:cNvPr id="0" name=""/>
        <dsp:cNvSpPr/>
      </dsp:nvSpPr>
      <dsp:spPr>
        <a:xfrm>
          <a:off x="1975385" y="712953"/>
          <a:ext cx="1975385" cy="712953"/>
        </a:xfrm>
        <a:prstGeom prst="trapezoid">
          <a:avLst>
            <a:gd name="adj" fmla="val 69268"/>
          </a:avLst>
        </a:prstGeom>
        <a:solidFill>
          <a:schemeClr val="accent1">
            <a:alpha val="90000"/>
            <a:hueOff val="0"/>
            <a:satOff val="0"/>
            <a:lumOff val="0"/>
            <a:alphaOff val="-8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50" b="1" kern="1200" dirty="0">
              <a:solidFill>
                <a:schemeClr val="accent3"/>
              </a:solidFill>
            </a:rPr>
            <a:t>Evaluate</a:t>
          </a:r>
        </a:p>
      </dsp:txBody>
      <dsp:txXfrm>
        <a:off x="2321078" y="712953"/>
        <a:ext cx="1284000" cy="712953"/>
      </dsp:txXfrm>
    </dsp:sp>
    <dsp:sp modelId="{04BD448F-8C9E-9F4C-9218-10F795C458DA}">
      <dsp:nvSpPr>
        <dsp:cNvPr id="0" name=""/>
        <dsp:cNvSpPr/>
      </dsp:nvSpPr>
      <dsp:spPr>
        <a:xfrm>
          <a:off x="1481539" y="1425906"/>
          <a:ext cx="2963078" cy="712953"/>
        </a:xfrm>
        <a:prstGeom prst="trapezoid">
          <a:avLst>
            <a:gd name="adj" fmla="val 69268"/>
          </a:avLst>
        </a:prstGeom>
        <a:solidFill>
          <a:schemeClr val="accent1">
            <a:alpha val="90000"/>
            <a:hueOff val="0"/>
            <a:satOff val="0"/>
            <a:lumOff val="0"/>
            <a:alphaOff val="-16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50" b="1" kern="1200" dirty="0">
              <a:solidFill>
                <a:schemeClr val="accent3"/>
              </a:solidFill>
            </a:rPr>
            <a:t>Analysis</a:t>
          </a:r>
        </a:p>
      </dsp:txBody>
      <dsp:txXfrm>
        <a:off x="2000077" y="1425906"/>
        <a:ext cx="1926001" cy="712953"/>
      </dsp:txXfrm>
    </dsp:sp>
    <dsp:sp modelId="{EC3BF86F-C380-8046-87F1-FEC1F3453BC4}">
      <dsp:nvSpPr>
        <dsp:cNvPr id="0" name=""/>
        <dsp:cNvSpPr/>
      </dsp:nvSpPr>
      <dsp:spPr>
        <a:xfrm>
          <a:off x="987692" y="2138860"/>
          <a:ext cx="3950771" cy="712953"/>
        </a:xfrm>
        <a:prstGeom prst="trapezoid">
          <a:avLst>
            <a:gd name="adj" fmla="val 69268"/>
          </a:avLst>
        </a:prstGeom>
        <a:solidFill>
          <a:schemeClr val="accent1">
            <a:alpha val="90000"/>
            <a:hueOff val="0"/>
            <a:satOff val="0"/>
            <a:lumOff val="0"/>
            <a:alphaOff val="-24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50" b="1" kern="1200" dirty="0">
              <a:solidFill>
                <a:schemeClr val="accent3"/>
              </a:solidFill>
            </a:rPr>
            <a:t>Apply</a:t>
          </a:r>
        </a:p>
      </dsp:txBody>
      <dsp:txXfrm>
        <a:off x="1679077" y="2138860"/>
        <a:ext cx="2568001" cy="712953"/>
      </dsp:txXfrm>
    </dsp:sp>
    <dsp:sp modelId="{050E8CF4-4C0C-8841-A3D4-9B3BCBAB760A}">
      <dsp:nvSpPr>
        <dsp:cNvPr id="0" name=""/>
        <dsp:cNvSpPr/>
      </dsp:nvSpPr>
      <dsp:spPr>
        <a:xfrm>
          <a:off x="493846" y="2851813"/>
          <a:ext cx="4938464" cy="712953"/>
        </a:xfrm>
        <a:prstGeom prst="trapezoid">
          <a:avLst>
            <a:gd name="adj" fmla="val 69268"/>
          </a:avLst>
        </a:prstGeom>
        <a:solidFill>
          <a:schemeClr val="accent1">
            <a:alpha val="90000"/>
            <a:hueOff val="0"/>
            <a:satOff val="0"/>
            <a:lumOff val="0"/>
            <a:alphaOff val="-32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50" b="1" kern="1200" dirty="0">
              <a:solidFill>
                <a:schemeClr val="accent3"/>
              </a:solidFill>
            </a:rPr>
            <a:t>Understand</a:t>
          </a:r>
        </a:p>
      </dsp:txBody>
      <dsp:txXfrm>
        <a:off x="1358077" y="2851813"/>
        <a:ext cx="3210001" cy="712953"/>
      </dsp:txXfrm>
    </dsp:sp>
    <dsp:sp modelId="{D2C9F601-EFAA-D649-9402-37D23991C69F}">
      <dsp:nvSpPr>
        <dsp:cNvPr id="0" name=""/>
        <dsp:cNvSpPr/>
      </dsp:nvSpPr>
      <dsp:spPr>
        <a:xfrm>
          <a:off x="0" y="3564766"/>
          <a:ext cx="5926157" cy="712953"/>
        </a:xfrm>
        <a:prstGeom prst="trapezoid">
          <a:avLst>
            <a:gd name="adj" fmla="val 69268"/>
          </a:avLst>
        </a:prstGeom>
        <a:solidFill>
          <a:schemeClr val="accent1">
            <a:alpha val="90000"/>
            <a:hueOff val="0"/>
            <a:satOff val="0"/>
            <a:lumOff val="0"/>
            <a:alphaOff val="-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50" b="1" kern="1200" dirty="0">
              <a:solidFill>
                <a:schemeClr val="accent3"/>
              </a:solidFill>
            </a:rPr>
            <a:t>Remember</a:t>
          </a:r>
        </a:p>
      </dsp:txBody>
      <dsp:txXfrm>
        <a:off x="1037077" y="3564766"/>
        <a:ext cx="3852002" cy="71295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F3DE8B5-F960-D844-94DF-88B19E218742}">
      <dsp:nvSpPr>
        <dsp:cNvPr id="0" name=""/>
        <dsp:cNvSpPr/>
      </dsp:nvSpPr>
      <dsp:spPr>
        <a:xfrm>
          <a:off x="2173" y="2331251"/>
          <a:ext cx="2496481" cy="1248240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45" tIns="17145" rIns="17145" bIns="1714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 err="1"/>
            <a:t>Perangkat</a:t>
          </a:r>
          <a:r>
            <a:rPr lang="en-US" sz="2700" kern="1200" dirty="0"/>
            <a:t> </a:t>
          </a:r>
          <a:r>
            <a:rPr lang="en-US" sz="2700" kern="1200" dirty="0" err="1"/>
            <a:t>Sistem</a:t>
          </a:r>
          <a:r>
            <a:rPr lang="en-US" sz="2700" kern="1200" dirty="0"/>
            <a:t> </a:t>
          </a:r>
          <a:r>
            <a:rPr lang="en-US" sz="2700" kern="1200" dirty="0" err="1"/>
            <a:t>Komputer</a:t>
          </a:r>
          <a:endParaRPr lang="en-US" sz="2700" kern="1200" dirty="0"/>
        </a:p>
      </dsp:txBody>
      <dsp:txXfrm>
        <a:off x="38733" y="2367811"/>
        <a:ext cx="2423361" cy="1175120"/>
      </dsp:txXfrm>
    </dsp:sp>
    <dsp:sp modelId="{645BDEB0-D42C-2540-B7E4-D32E46E99C47}">
      <dsp:nvSpPr>
        <dsp:cNvPr id="0" name=""/>
        <dsp:cNvSpPr/>
      </dsp:nvSpPr>
      <dsp:spPr>
        <a:xfrm rot="17591273">
          <a:off x="1729888" y="1770739"/>
          <a:ext cx="2536123" cy="38012"/>
        </a:xfrm>
        <a:custGeom>
          <a:avLst/>
          <a:gdLst/>
          <a:ahLst/>
          <a:cxnLst/>
          <a:rect l="0" t="0" r="0" b="0"/>
          <a:pathLst>
            <a:path>
              <a:moveTo>
                <a:pt x="0" y="19006"/>
              </a:moveTo>
              <a:lnTo>
                <a:pt x="2536123" y="19006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kern="1200"/>
        </a:p>
      </dsp:txBody>
      <dsp:txXfrm>
        <a:off x="2934547" y="1726343"/>
        <a:ext cx="126806" cy="126806"/>
      </dsp:txXfrm>
    </dsp:sp>
    <dsp:sp modelId="{020DCAC5-C911-D844-8693-4044E05D98C7}">
      <dsp:nvSpPr>
        <dsp:cNvPr id="0" name=""/>
        <dsp:cNvSpPr/>
      </dsp:nvSpPr>
      <dsp:spPr>
        <a:xfrm>
          <a:off x="3497246" y="0"/>
          <a:ext cx="2496481" cy="1248240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45" tIns="17145" rIns="17145" bIns="1714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Hardware</a:t>
          </a:r>
        </a:p>
      </dsp:txBody>
      <dsp:txXfrm>
        <a:off x="3533806" y="36560"/>
        <a:ext cx="2423361" cy="1175120"/>
      </dsp:txXfrm>
    </dsp:sp>
    <dsp:sp modelId="{9AD609F4-B335-7948-BEBF-3167B18FD2FF}">
      <dsp:nvSpPr>
        <dsp:cNvPr id="0" name=""/>
        <dsp:cNvSpPr/>
      </dsp:nvSpPr>
      <dsp:spPr>
        <a:xfrm>
          <a:off x="2498654" y="2936365"/>
          <a:ext cx="998592" cy="38012"/>
        </a:xfrm>
        <a:custGeom>
          <a:avLst/>
          <a:gdLst/>
          <a:ahLst/>
          <a:cxnLst/>
          <a:rect l="0" t="0" r="0" b="0"/>
          <a:pathLst>
            <a:path>
              <a:moveTo>
                <a:pt x="0" y="19006"/>
              </a:moveTo>
              <a:lnTo>
                <a:pt x="998592" y="19006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72985" y="2930407"/>
        <a:ext cx="49929" cy="49929"/>
      </dsp:txXfrm>
    </dsp:sp>
    <dsp:sp modelId="{03948C6C-4BF5-2840-B369-074B62437B66}">
      <dsp:nvSpPr>
        <dsp:cNvPr id="0" name=""/>
        <dsp:cNvSpPr/>
      </dsp:nvSpPr>
      <dsp:spPr>
        <a:xfrm>
          <a:off x="3497246" y="2331251"/>
          <a:ext cx="2496481" cy="1248240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45" tIns="17145" rIns="17145" bIns="1714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Software</a:t>
          </a:r>
        </a:p>
      </dsp:txBody>
      <dsp:txXfrm>
        <a:off x="3533806" y="2367811"/>
        <a:ext cx="2423361" cy="1175120"/>
      </dsp:txXfrm>
    </dsp:sp>
    <dsp:sp modelId="{0AD2D8C3-290A-E34B-BAFC-A34A4B6B831D}">
      <dsp:nvSpPr>
        <dsp:cNvPr id="0" name=""/>
        <dsp:cNvSpPr/>
      </dsp:nvSpPr>
      <dsp:spPr>
        <a:xfrm rot="4064886">
          <a:off x="1716152" y="4101991"/>
          <a:ext cx="2518834" cy="38012"/>
        </a:xfrm>
        <a:custGeom>
          <a:avLst/>
          <a:gdLst/>
          <a:ahLst/>
          <a:cxnLst/>
          <a:rect l="0" t="0" r="0" b="0"/>
          <a:pathLst>
            <a:path>
              <a:moveTo>
                <a:pt x="0" y="19006"/>
              </a:moveTo>
              <a:lnTo>
                <a:pt x="2518834" y="19006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kern="1200"/>
        </a:p>
      </dsp:txBody>
      <dsp:txXfrm>
        <a:off x="2912598" y="4058026"/>
        <a:ext cx="125941" cy="125941"/>
      </dsp:txXfrm>
    </dsp:sp>
    <dsp:sp modelId="{60EB0487-D4E6-8B4E-AA8D-46D9AEFF54CA}">
      <dsp:nvSpPr>
        <dsp:cNvPr id="0" name=""/>
        <dsp:cNvSpPr/>
      </dsp:nvSpPr>
      <dsp:spPr>
        <a:xfrm>
          <a:off x="3452484" y="4662503"/>
          <a:ext cx="2496481" cy="1248240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45" tIns="17145" rIns="17145" bIns="1714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 err="1"/>
            <a:t>Brainware</a:t>
          </a:r>
          <a:endParaRPr lang="en-US" sz="2700" kern="1200" dirty="0"/>
        </a:p>
      </dsp:txBody>
      <dsp:txXfrm>
        <a:off x="3489044" y="4699063"/>
        <a:ext cx="2423361" cy="117512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yramid1">
  <dgm:title val=""/>
  <dgm:desc val=""/>
  <dgm:catLst>
    <dgm:cat type="pyramid" pri="1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B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B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5.sv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1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png"/><Relationship Id="rId5" Type="http://schemas.openxmlformats.org/officeDocument/2006/relationships/image" Target="../media/image17.svg"/><Relationship Id="rId4" Type="http://schemas.openxmlformats.org/officeDocument/2006/relationships/image" Target="../media/image16.png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1760C-150A-D504-E74E-46B2CD722AE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268638" y="2025564"/>
            <a:ext cx="6683923" cy="2387600"/>
          </a:xfrm>
        </p:spPr>
        <p:txBody>
          <a:bodyPr anchor="b">
            <a:noAutofit/>
          </a:bodyPr>
          <a:lstStyle>
            <a:lvl1pPr algn="l">
              <a:defRPr sz="5400" b="1" i="0">
                <a:latin typeface="Gill Sans MT" panose="020B0502020104020203" pitchFamily="34" charset="77"/>
                <a:cs typeface="Aharoni" panose="02010803020104030203" pitchFamily="2" charset="-79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0F35F9-698B-DA5C-C7FF-2A95142113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68638" y="4630129"/>
            <a:ext cx="5042681" cy="718073"/>
          </a:xfrm>
        </p:spPr>
        <p:txBody>
          <a:bodyPr/>
          <a:lstStyle>
            <a:lvl1pPr marL="0" indent="0" algn="ctr">
              <a:buNone/>
              <a:defRPr sz="2400" b="1" i="0">
                <a:latin typeface="Gill Sans MT" panose="020B0502020104020203" pitchFamily="34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7" name="Freeform 2">
            <a:extLst>
              <a:ext uri="{FF2B5EF4-FFF2-40B4-BE49-F238E27FC236}">
                <a16:creationId xmlns:a16="http://schemas.microsoft.com/office/drawing/2014/main" id="{433BD6FD-C059-80B4-333E-ACA6245ED5B1}"/>
              </a:ext>
            </a:extLst>
          </p:cNvPr>
          <p:cNvSpPr/>
          <p:nvPr userDrawn="1"/>
        </p:nvSpPr>
        <p:spPr>
          <a:xfrm>
            <a:off x="-1090037" y="-2714590"/>
            <a:ext cx="6940440" cy="6705041"/>
          </a:xfrm>
          <a:custGeom>
            <a:avLst/>
            <a:gdLst/>
            <a:ahLst/>
            <a:cxnLst/>
            <a:rect l="l" t="t" r="r" b="b"/>
            <a:pathLst>
              <a:path w="10812392" h="10812392">
                <a:moveTo>
                  <a:pt x="0" y="0"/>
                </a:moveTo>
                <a:lnTo>
                  <a:pt x="10812393" y="0"/>
                </a:lnTo>
                <a:lnTo>
                  <a:pt x="10812393" y="10812392"/>
                </a:lnTo>
                <a:lnTo>
                  <a:pt x="0" y="108123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6">
            <a:extLst>
              <a:ext uri="{FF2B5EF4-FFF2-40B4-BE49-F238E27FC236}">
                <a16:creationId xmlns:a16="http://schemas.microsoft.com/office/drawing/2014/main" id="{3CAD99F5-8EB6-6CE3-49FA-74FD8735816E}"/>
              </a:ext>
            </a:extLst>
          </p:cNvPr>
          <p:cNvSpPr/>
          <p:nvPr userDrawn="1"/>
        </p:nvSpPr>
        <p:spPr>
          <a:xfrm>
            <a:off x="-2704898" y="2272421"/>
            <a:ext cx="4585579" cy="4585579"/>
          </a:xfrm>
          <a:custGeom>
            <a:avLst/>
            <a:gdLst/>
            <a:ahLst/>
            <a:cxnLst/>
            <a:rect l="l" t="t" r="r" b="b"/>
            <a:pathLst>
              <a:path w="5764383" h="5764383">
                <a:moveTo>
                  <a:pt x="0" y="0"/>
                </a:moveTo>
                <a:lnTo>
                  <a:pt x="5764383" y="0"/>
                </a:lnTo>
                <a:lnTo>
                  <a:pt x="5764383" y="5764383"/>
                </a:lnTo>
                <a:lnTo>
                  <a:pt x="0" y="576438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7">
            <a:extLst>
              <a:ext uri="{FF2B5EF4-FFF2-40B4-BE49-F238E27FC236}">
                <a16:creationId xmlns:a16="http://schemas.microsoft.com/office/drawing/2014/main" id="{C9AA94A3-1D0B-95B3-DF97-48B827321325}"/>
              </a:ext>
            </a:extLst>
          </p:cNvPr>
          <p:cNvSpPr/>
          <p:nvPr userDrawn="1"/>
        </p:nvSpPr>
        <p:spPr>
          <a:xfrm>
            <a:off x="239439" y="4835878"/>
            <a:ext cx="4585578" cy="4585578"/>
          </a:xfrm>
          <a:custGeom>
            <a:avLst/>
            <a:gdLst/>
            <a:ahLst/>
            <a:cxnLst/>
            <a:rect l="l" t="t" r="r" b="b"/>
            <a:pathLst>
              <a:path w="5764383" h="5764383">
                <a:moveTo>
                  <a:pt x="0" y="0"/>
                </a:moveTo>
                <a:lnTo>
                  <a:pt x="5764383" y="0"/>
                </a:lnTo>
                <a:lnTo>
                  <a:pt x="5764383" y="5764382"/>
                </a:lnTo>
                <a:lnTo>
                  <a:pt x="0" y="576438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80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C177270-A6A6-64D5-9347-308E71A1CC3A}"/>
              </a:ext>
            </a:extLst>
          </p:cNvPr>
          <p:cNvSpPr txBox="1"/>
          <p:nvPr userDrawn="1"/>
        </p:nvSpPr>
        <p:spPr>
          <a:xfrm>
            <a:off x="681033" y="637930"/>
            <a:ext cx="41439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0" dirty="0">
                <a:solidFill>
                  <a:schemeClr val="bg1"/>
                </a:solidFill>
                <a:latin typeface="Gill Sans MT" panose="020B0502020104020203" pitchFamily="34" charset="77"/>
              </a:rPr>
              <a:t>REKAYASA PERANGKAT LUNAK</a:t>
            </a:r>
          </a:p>
        </p:txBody>
      </p:sp>
    </p:spTree>
    <p:extLst>
      <p:ext uri="{BB962C8B-B14F-4D97-AF65-F5344CB8AC3E}">
        <p14:creationId xmlns:p14="http://schemas.microsoft.com/office/powerpoint/2010/main" val="6587876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3">
            <a:extLst>
              <a:ext uri="{FF2B5EF4-FFF2-40B4-BE49-F238E27FC236}">
                <a16:creationId xmlns:a16="http://schemas.microsoft.com/office/drawing/2014/main" id="{515C394D-C021-DF68-DBDD-E9413F9061B7}"/>
              </a:ext>
            </a:extLst>
          </p:cNvPr>
          <p:cNvSpPr/>
          <p:nvPr userDrawn="1"/>
        </p:nvSpPr>
        <p:spPr>
          <a:xfrm>
            <a:off x="0" y="0"/>
            <a:ext cx="12192000" cy="1690688"/>
          </a:xfrm>
          <a:custGeom>
            <a:avLst/>
            <a:gdLst/>
            <a:ahLst/>
            <a:cxnLst/>
            <a:rect l="l" t="t" r="r" b="b"/>
            <a:pathLst>
              <a:path w="18288000" h="3608707">
                <a:moveTo>
                  <a:pt x="0" y="0"/>
                </a:moveTo>
                <a:lnTo>
                  <a:pt x="18288000" y="0"/>
                </a:lnTo>
                <a:lnTo>
                  <a:pt x="18288000" y="3608707"/>
                </a:lnTo>
                <a:lnTo>
                  <a:pt x="0" y="36087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184715"/>
            </a:stretch>
          </a:blipFill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463C90-8185-169A-D4A8-DB18D76DBB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 i="0">
                <a:solidFill>
                  <a:schemeClr val="bg1"/>
                </a:solidFill>
                <a:latin typeface="Gill Sans MT" panose="020B0502020104020203" pitchFamily="34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C741D-17FE-FCFD-3E2B-5C3274015B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Gill Sans MT" panose="020B0502020104020203" pitchFamily="34" charset="77"/>
              </a:defRPr>
            </a:lvl1pPr>
            <a:lvl2pPr>
              <a:defRPr>
                <a:latin typeface="Gill Sans MT" panose="020B0502020104020203" pitchFamily="34" charset="77"/>
              </a:defRPr>
            </a:lvl2pPr>
            <a:lvl3pPr>
              <a:defRPr>
                <a:latin typeface="Gill Sans MT" panose="020B0502020104020203" pitchFamily="34" charset="77"/>
              </a:defRPr>
            </a:lvl3pPr>
            <a:lvl4pPr>
              <a:defRPr>
                <a:latin typeface="Gill Sans MT" panose="020B0502020104020203" pitchFamily="34" charset="77"/>
              </a:defRPr>
            </a:lvl4pPr>
            <a:lvl5pPr>
              <a:defRPr>
                <a:latin typeface="Gill Sans MT" panose="020B0502020104020203" pitchFamily="34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937841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2">
            <a:extLst>
              <a:ext uri="{FF2B5EF4-FFF2-40B4-BE49-F238E27FC236}">
                <a16:creationId xmlns:a16="http://schemas.microsoft.com/office/drawing/2014/main" id="{8919F672-3EBD-7ED0-57D7-0C747184B83C}"/>
              </a:ext>
            </a:extLst>
          </p:cNvPr>
          <p:cNvSpPr/>
          <p:nvPr userDrawn="1"/>
        </p:nvSpPr>
        <p:spPr>
          <a:xfrm rot="673413">
            <a:off x="6773829" y="-485966"/>
            <a:ext cx="8137998" cy="7829930"/>
          </a:xfrm>
          <a:custGeom>
            <a:avLst/>
            <a:gdLst/>
            <a:ahLst/>
            <a:cxnLst/>
            <a:rect l="l" t="t" r="r" b="b"/>
            <a:pathLst>
              <a:path w="13265113" h="13265113">
                <a:moveTo>
                  <a:pt x="0" y="0"/>
                </a:moveTo>
                <a:lnTo>
                  <a:pt x="13265113" y="0"/>
                </a:lnTo>
                <a:lnTo>
                  <a:pt x="13265113" y="13265112"/>
                </a:lnTo>
                <a:lnTo>
                  <a:pt x="0" y="132651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BCE2D0-AB6C-07B4-2C4E-8481F72723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4710821" cy="2852737"/>
          </a:xfrm>
        </p:spPr>
        <p:txBody>
          <a:bodyPr anchor="b"/>
          <a:lstStyle>
            <a:lvl1pPr>
              <a:defRPr sz="6000" b="1" i="0">
                <a:latin typeface="Gill Sans MT" panose="020B0502020104020203" pitchFamily="34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B12767-782B-0360-24AC-B6F385029A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4710821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Gill Sans MT" panose="020B0502020104020203" pitchFamily="34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BC4F8A94-35F1-F519-5C09-D2A510CC50EB}"/>
              </a:ext>
            </a:extLst>
          </p:cNvPr>
          <p:cNvGrpSpPr/>
          <p:nvPr userDrawn="1"/>
        </p:nvGrpSpPr>
        <p:grpSpPr>
          <a:xfrm>
            <a:off x="7462998" y="269295"/>
            <a:ext cx="7077020" cy="6588705"/>
            <a:chOff x="0" y="0"/>
            <a:chExt cx="6350000" cy="5911850"/>
          </a:xfrm>
          <a:solidFill>
            <a:schemeClr val="accent3">
              <a:lumMod val="20000"/>
              <a:lumOff val="80000"/>
            </a:schemeClr>
          </a:solidFill>
        </p:grpSpPr>
        <p:sp>
          <p:nvSpPr>
            <p:cNvPr id="9" name="Freeform 4">
              <a:extLst>
                <a:ext uri="{FF2B5EF4-FFF2-40B4-BE49-F238E27FC236}">
                  <a16:creationId xmlns:a16="http://schemas.microsoft.com/office/drawing/2014/main" id="{F3253A5D-723C-8310-5D9B-18494A980C46}"/>
                </a:ext>
              </a:extLst>
            </p:cNvPr>
            <p:cNvSpPr/>
            <p:nvPr/>
          </p:nvSpPr>
          <p:spPr>
            <a:xfrm>
              <a:off x="-68580" y="0"/>
              <a:ext cx="6417310" cy="5911850"/>
            </a:xfrm>
            <a:custGeom>
              <a:avLst/>
              <a:gdLst/>
              <a:ahLst/>
              <a:cxnLst/>
              <a:rect l="l" t="t" r="r" b="b"/>
              <a:pathLst>
                <a:path w="6417310" h="5911850">
                  <a:moveTo>
                    <a:pt x="1215390" y="402590"/>
                  </a:moveTo>
                  <a:lnTo>
                    <a:pt x="177800" y="2192020"/>
                  </a:lnTo>
                  <a:cubicBezTo>
                    <a:pt x="0" y="2498090"/>
                    <a:pt x="43180" y="2884170"/>
                    <a:pt x="283210" y="3144520"/>
                  </a:cubicBezTo>
                  <a:lnTo>
                    <a:pt x="2594610" y="5651500"/>
                  </a:lnTo>
                  <a:cubicBezTo>
                    <a:pt x="2747010" y="5817870"/>
                    <a:pt x="2962910" y="5911850"/>
                    <a:pt x="3187700" y="5911850"/>
                  </a:cubicBezTo>
                  <a:lnTo>
                    <a:pt x="5609590" y="5911850"/>
                  </a:lnTo>
                  <a:cubicBezTo>
                    <a:pt x="6055360" y="5911850"/>
                    <a:pt x="6417310" y="5549900"/>
                    <a:pt x="6417310" y="5104130"/>
                  </a:cubicBezTo>
                  <a:lnTo>
                    <a:pt x="6417310" y="1891030"/>
                  </a:lnTo>
                  <a:cubicBezTo>
                    <a:pt x="6417310" y="1724660"/>
                    <a:pt x="6366510" y="1562100"/>
                    <a:pt x="6269990" y="1426210"/>
                  </a:cubicBezTo>
                  <a:lnTo>
                    <a:pt x="5507990" y="342900"/>
                  </a:lnTo>
                  <a:cubicBezTo>
                    <a:pt x="5356860" y="128270"/>
                    <a:pt x="5110480" y="0"/>
                    <a:pt x="4847590" y="0"/>
                  </a:cubicBezTo>
                  <a:lnTo>
                    <a:pt x="1913890" y="0"/>
                  </a:lnTo>
                  <a:cubicBezTo>
                    <a:pt x="1625600" y="0"/>
                    <a:pt x="1358900" y="153670"/>
                    <a:pt x="1215390" y="402590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5476291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2">
            <a:extLst>
              <a:ext uri="{FF2B5EF4-FFF2-40B4-BE49-F238E27FC236}">
                <a16:creationId xmlns:a16="http://schemas.microsoft.com/office/drawing/2014/main" id="{41FBA89D-3B3E-26C9-52EA-7C0C1DC8245D}"/>
              </a:ext>
            </a:extLst>
          </p:cNvPr>
          <p:cNvGrpSpPr/>
          <p:nvPr userDrawn="1"/>
        </p:nvGrpSpPr>
        <p:grpSpPr>
          <a:xfrm>
            <a:off x="0" y="0"/>
            <a:ext cx="12192000" cy="1927274"/>
            <a:chOff x="0" y="0"/>
            <a:chExt cx="24384000" cy="5030819"/>
          </a:xfrm>
          <a:solidFill>
            <a:schemeClr val="accent1">
              <a:lumMod val="50000"/>
            </a:schemeClr>
          </a:solidFill>
        </p:grpSpPr>
        <p:sp>
          <p:nvSpPr>
            <p:cNvPr id="11" name="AutoShape 3">
              <a:extLst>
                <a:ext uri="{FF2B5EF4-FFF2-40B4-BE49-F238E27FC236}">
                  <a16:creationId xmlns:a16="http://schemas.microsoft.com/office/drawing/2014/main" id="{99B3262B-727C-1F17-EE1F-677F84EBE0D1}"/>
                </a:ext>
              </a:extLst>
            </p:cNvPr>
            <p:cNvSpPr/>
            <p:nvPr/>
          </p:nvSpPr>
          <p:spPr>
            <a:xfrm>
              <a:off x="0" y="0"/>
              <a:ext cx="24384000" cy="5030819"/>
            </a:xfrm>
            <a:prstGeom prst="rect">
              <a:avLst/>
            </a:prstGeom>
            <a:grpFill/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8" name="Group 2">
            <a:extLst>
              <a:ext uri="{FF2B5EF4-FFF2-40B4-BE49-F238E27FC236}">
                <a16:creationId xmlns:a16="http://schemas.microsoft.com/office/drawing/2014/main" id="{57ECD795-11BC-4A89-6929-93D19409EF4E}"/>
              </a:ext>
            </a:extLst>
          </p:cNvPr>
          <p:cNvGrpSpPr/>
          <p:nvPr userDrawn="1"/>
        </p:nvGrpSpPr>
        <p:grpSpPr>
          <a:xfrm>
            <a:off x="0" y="0"/>
            <a:ext cx="12192000" cy="1927274"/>
            <a:chOff x="0" y="0"/>
            <a:chExt cx="24384000" cy="5030819"/>
          </a:xfrm>
        </p:grpSpPr>
        <p:sp>
          <p:nvSpPr>
            <p:cNvPr id="9" name="AutoShape 3">
              <a:extLst>
                <a:ext uri="{FF2B5EF4-FFF2-40B4-BE49-F238E27FC236}">
                  <a16:creationId xmlns:a16="http://schemas.microsoft.com/office/drawing/2014/main" id="{CF9B217B-C26C-AC73-48B8-119D8EEA0305}"/>
                </a:ext>
              </a:extLst>
            </p:cNvPr>
            <p:cNvSpPr/>
            <p:nvPr/>
          </p:nvSpPr>
          <p:spPr>
            <a:xfrm>
              <a:off x="0" y="0"/>
              <a:ext cx="24384000" cy="5030819"/>
            </a:xfrm>
            <a:prstGeom prst="rect">
              <a:avLst/>
            </a:prstGeom>
            <a:solidFill>
              <a:srgbClr val="A9846F">
                <a:alpha val="13725"/>
              </a:srgbClr>
            </a:solidFill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9082680-88F3-E286-ADA0-7C49EFD148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ctr">
              <a:defRPr sz="4000" b="1" i="0">
                <a:solidFill>
                  <a:schemeClr val="bg1"/>
                </a:solidFill>
                <a:latin typeface="Gill Sans MT" panose="020B0502020104020203" pitchFamily="34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F05A69-E81E-8AA0-7FA6-FBC212CB7B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141537"/>
            <a:ext cx="5181600" cy="4351338"/>
          </a:xfrm>
        </p:spPr>
        <p:txBody>
          <a:bodyPr/>
          <a:lstStyle>
            <a:lvl1pPr>
              <a:defRPr>
                <a:latin typeface="Gill Sans MT" panose="020B0502020104020203" pitchFamily="34" charset="77"/>
              </a:defRPr>
            </a:lvl1pPr>
            <a:lvl2pPr>
              <a:defRPr>
                <a:latin typeface="Gill Sans MT" panose="020B0502020104020203" pitchFamily="34" charset="77"/>
              </a:defRPr>
            </a:lvl2pPr>
            <a:lvl3pPr>
              <a:defRPr>
                <a:latin typeface="Gill Sans MT" panose="020B0502020104020203" pitchFamily="34" charset="77"/>
              </a:defRPr>
            </a:lvl3pPr>
            <a:lvl4pPr>
              <a:defRPr>
                <a:latin typeface="Gill Sans MT" panose="020B0502020104020203" pitchFamily="34" charset="77"/>
              </a:defRPr>
            </a:lvl4pPr>
            <a:lvl5pPr>
              <a:defRPr>
                <a:latin typeface="Gill Sans MT" panose="020B0502020104020203" pitchFamily="34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F153CA-69A6-56E8-DB28-7618EE3AA7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141537"/>
            <a:ext cx="5181600" cy="4351338"/>
          </a:xfrm>
        </p:spPr>
        <p:txBody>
          <a:bodyPr/>
          <a:lstStyle>
            <a:lvl1pPr>
              <a:defRPr>
                <a:latin typeface="Gill Sans MT" panose="020B0502020104020203" pitchFamily="34" charset="77"/>
              </a:defRPr>
            </a:lvl1pPr>
            <a:lvl2pPr>
              <a:defRPr>
                <a:latin typeface="Gill Sans MT" panose="020B0502020104020203" pitchFamily="34" charset="77"/>
              </a:defRPr>
            </a:lvl2pPr>
            <a:lvl3pPr>
              <a:defRPr>
                <a:latin typeface="Gill Sans MT" panose="020B0502020104020203" pitchFamily="34" charset="77"/>
              </a:defRPr>
            </a:lvl3pPr>
            <a:lvl4pPr>
              <a:defRPr>
                <a:latin typeface="Gill Sans MT" panose="020B0502020104020203" pitchFamily="34" charset="77"/>
              </a:defRPr>
            </a:lvl4pPr>
            <a:lvl5pPr>
              <a:defRPr>
                <a:latin typeface="Gill Sans MT" panose="020B0502020104020203" pitchFamily="34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Freeform 10">
            <a:extLst>
              <a:ext uri="{FF2B5EF4-FFF2-40B4-BE49-F238E27FC236}">
                <a16:creationId xmlns:a16="http://schemas.microsoft.com/office/drawing/2014/main" id="{91F7AADE-8EE6-9338-8160-470CE767CEE3}"/>
              </a:ext>
            </a:extLst>
          </p:cNvPr>
          <p:cNvSpPr/>
          <p:nvPr userDrawn="1"/>
        </p:nvSpPr>
        <p:spPr>
          <a:xfrm>
            <a:off x="5672782" y="-530349"/>
            <a:ext cx="846436" cy="846436"/>
          </a:xfrm>
          <a:custGeom>
            <a:avLst/>
            <a:gdLst/>
            <a:ahLst/>
            <a:cxnLst/>
            <a:rect l="l" t="t" r="r" b="b"/>
            <a:pathLst>
              <a:path w="1621594" h="1621594">
                <a:moveTo>
                  <a:pt x="0" y="0"/>
                </a:moveTo>
                <a:lnTo>
                  <a:pt x="1621594" y="0"/>
                </a:lnTo>
                <a:lnTo>
                  <a:pt x="1621594" y="1621594"/>
                </a:lnTo>
                <a:lnTo>
                  <a:pt x="0" y="16215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1">
            <a:extLst>
              <a:ext uri="{FF2B5EF4-FFF2-40B4-BE49-F238E27FC236}">
                <a16:creationId xmlns:a16="http://schemas.microsoft.com/office/drawing/2014/main" id="{17BE3EE1-AA84-0B65-856D-B22A46A14E02}"/>
              </a:ext>
            </a:extLst>
          </p:cNvPr>
          <p:cNvSpPr/>
          <p:nvPr userDrawn="1"/>
        </p:nvSpPr>
        <p:spPr>
          <a:xfrm>
            <a:off x="5672782" y="6492875"/>
            <a:ext cx="846436" cy="846436"/>
          </a:xfrm>
          <a:custGeom>
            <a:avLst/>
            <a:gdLst/>
            <a:ahLst/>
            <a:cxnLst/>
            <a:rect l="l" t="t" r="r" b="b"/>
            <a:pathLst>
              <a:path w="1621594" h="1621594">
                <a:moveTo>
                  <a:pt x="0" y="0"/>
                </a:moveTo>
                <a:lnTo>
                  <a:pt x="1621594" y="0"/>
                </a:lnTo>
                <a:lnTo>
                  <a:pt x="1621594" y="1621594"/>
                </a:lnTo>
                <a:lnTo>
                  <a:pt x="0" y="162159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41233524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0743C6-3AC3-2E23-CED3-8F09020726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407808-550C-EDA3-8C1E-B5D90DC69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C8A83F-B8C6-9850-B9F0-C84609FB05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A529018-CFBE-502E-B83F-59B76511DB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F4BA4C0-6A9A-3ABA-165C-920EFF0891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529344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29">
            <a:extLst>
              <a:ext uri="{FF2B5EF4-FFF2-40B4-BE49-F238E27FC236}">
                <a16:creationId xmlns:a16="http://schemas.microsoft.com/office/drawing/2014/main" id="{EC4EECB4-B97A-EA9E-5C81-890134F5E532}"/>
              </a:ext>
            </a:extLst>
          </p:cNvPr>
          <p:cNvSpPr/>
          <p:nvPr/>
        </p:nvSpPr>
        <p:spPr>
          <a:xfrm>
            <a:off x="0" y="6094827"/>
            <a:ext cx="12192000" cy="763173"/>
          </a:xfrm>
          <a:custGeom>
            <a:avLst/>
            <a:gdLst/>
            <a:ahLst/>
            <a:cxnLst/>
            <a:rect l="l" t="t" r="r" b="b"/>
            <a:pathLst>
              <a:path w="4816592" h="305799">
                <a:moveTo>
                  <a:pt x="0" y="0"/>
                </a:moveTo>
                <a:lnTo>
                  <a:pt x="4816592" y="0"/>
                </a:lnTo>
                <a:lnTo>
                  <a:pt x="4816592" y="305799"/>
                </a:lnTo>
                <a:lnTo>
                  <a:pt x="0" y="305799"/>
                </a:lnTo>
                <a:close/>
              </a:path>
            </a:pathLst>
          </a:custGeom>
          <a:solidFill>
            <a:srgbClr val="F4F4F4"/>
          </a:solidFill>
        </p:spPr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64349327-1A17-0CFE-2B8D-1D50261B53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 b="1">
                <a:solidFill>
                  <a:schemeClr val="tx2">
                    <a:lumMod val="75000"/>
                  </a:schemeClr>
                </a:solidFill>
                <a:latin typeface="Gill Sans MT" panose="020B0502020104020203" pitchFamily="34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057588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2">
            <a:extLst>
              <a:ext uri="{FF2B5EF4-FFF2-40B4-BE49-F238E27FC236}">
                <a16:creationId xmlns:a16="http://schemas.microsoft.com/office/drawing/2014/main" id="{D76D24A9-4C44-6B4D-E8B9-96558E200D82}"/>
              </a:ext>
            </a:extLst>
          </p:cNvPr>
          <p:cNvGrpSpPr/>
          <p:nvPr userDrawn="1"/>
        </p:nvGrpSpPr>
        <p:grpSpPr>
          <a:xfrm>
            <a:off x="0" y="5739616"/>
            <a:ext cx="12192000" cy="1188721"/>
            <a:chOff x="0" y="0"/>
            <a:chExt cx="24384000" cy="5030819"/>
          </a:xfrm>
        </p:grpSpPr>
        <p:sp>
          <p:nvSpPr>
            <p:cNvPr id="7" name="AutoShape 3">
              <a:extLst>
                <a:ext uri="{FF2B5EF4-FFF2-40B4-BE49-F238E27FC236}">
                  <a16:creationId xmlns:a16="http://schemas.microsoft.com/office/drawing/2014/main" id="{9DDA39D9-5441-E437-3D28-EADBA70D5CF1}"/>
                </a:ext>
              </a:extLst>
            </p:cNvPr>
            <p:cNvSpPr/>
            <p:nvPr/>
          </p:nvSpPr>
          <p:spPr>
            <a:xfrm>
              <a:off x="0" y="0"/>
              <a:ext cx="24384000" cy="5030819"/>
            </a:xfrm>
            <a:prstGeom prst="rect">
              <a:avLst/>
            </a:prstGeom>
            <a:solidFill>
              <a:srgbClr val="A9846F">
                <a:alpha val="13725"/>
              </a:srgbClr>
            </a:solidFill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8" name="Group 2">
            <a:extLst>
              <a:ext uri="{FF2B5EF4-FFF2-40B4-BE49-F238E27FC236}">
                <a16:creationId xmlns:a16="http://schemas.microsoft.com/office/drawing/2014/main" id="{AE33936C-1B41-E63A-F456-69A17879EB35}"/>
              </a:ext>
            </a:extLst>
          </p:cNvPr>
          <p:cNvGrpSpPr/>
          <p:nvPr userDrawn="1"/>
        </p:nvGrpSpPr>
        <p:grpSpPr>
          <a:xfrm>
            <a:off x="0" y="5739618"/>
            <a:ext cx="12192000" cy="1188720"/>
            <a:chOff x="0" y="0"/>
            <a:chExt cx="24384000" cy="5030819"/>
          </a:xfrm>
          <a:solidFill>
            <a:schemeClr val="accent1">
              <a:lumMod val="50000"/>
            </a:schemeClr>
          </a:solidFill>
        </p:grpSpPr>
        <p:sp>
          <p:nvSpPr>
            <p:cNvPr id="9" name="AutoShape 3">
              <a:extLst>
                <a:ext uri="{FF2B5EF4-FFF2-40B4-BE49-F238E27FC236}">
                  <a16:creationId xmlns:a16="http://schemas.microsoft.com/office/drawing/2014/main" id="{D7394CF8-83FD-AC32-F27D-5114C7C66E49}"/>
                </a:ext>
              </a:extLst>
            </p:cNvPr>
            <p:cNvSpPr/>
            <p:nvPr/>
          </p:nvSpPr>
          <p:spPr>
            <a:xfrm>
              <a:off x="0" y="0"/>
              <a:ext cx="24384000" cy="5030819"/>
            </a:xfrm>
            <a:prstGeom prst="rect">
              <a:avLst/>
            </a:prstGeom>
            <a:grpFill/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10" name="Freeform 11">
            <a:extLst>
              <a:ext uri="{FF2B5EF4-FFF2-40B4-BE49-F238E27FC236}">
                <a16:creationId xmlns:a16="http://schemas.microsoft.com/office/drawing/2014/main" id="{CDFE3B20-4A60-BC55-80FA-9BF693759D68}"/>
              </a:ext>
            </a:extLst>
          </p:cNvPr>
          <p:cNvSpPr/>
          <p:nvPr userDrawn="1"/>
        </p:nvSpPr>
        <p:spPr>
          <a:xfrm>
            <a:off x="5672782" y="-423218"/>
            <a:ext cx="846436" cy="846436"/>
          </a:xfrm>
          <a:custGeom>
            <a:avLst/>
            <a:gdLst/>
            <a:ahLst/>
            <a:cxnLst/>
            <a:rect l="l" t="t" r="r" b="b"/>
            <a:pathLst>
              <a:path w="1621594" h="1621594">
                <a:moveTo>
                  <a:pt x="0" y="0"/>
                </a:moveTo>
                <a:lnTo>
                  <a:pt x="1621594" y="0"/>
                </a:lnTo>
                <a:lnTo>
                  <a:pt x="1621594" y="1621594"/>
                </a:lnTo>
                <a:lnTo>
                  <a:pt x="0" y="16215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22217879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2">
            <a:extLst>
              <a:ext uri="{FF2B5EF4-FFF2-40B4-BE49-F238E27FC236}">
                <a16:creationId xmlns:a16="http://schemas.microsoft.com/office/drawing/2014/main" id="{535A315B-011B-B841-4FBB-67716B0E6150}"/>
              </a:ext>
            </a:extLst>
          </p:cNvPr>
          <p:cNvSpPr/>
          <p:nvPr userDrawn="1"/>
        </p:nvSpPr>
        <p:spPr>
          <a:xfrm>
            <a:off x="-3453972" y="-850278"/>
            <a:ext cx="8558555" cy="8558555"/>
          </a:xfrm>
          <a:custGeom>
            <a:avLst/>
            <a:gdLst/>
            <a:ahLst/>
            <a:cxnLst/>
            <a:rect l="l" t="t" r="r" b="b"/>
            <a:pathLst>
              <a:path w="13960430" h="13960430">
                <a:moveTo>
                  <a:pt x="0" y="0"/>
                </a:moveTo>
                <a:lnTo>
                  <a:pt x="13960431" y="0"/>
                </a:lnTo>
                <a:lnTo>
                  <a:pt x="13960431" y="13960430"/>
                </a:lnTo>
                <a:lnTo>
                  <a:pt x="0" y="139604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6851FE-27BB-EA1B-9054-0A1F77D3C14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223149" y="2162739"/>
            <a:ext cx="5618871" cy="2926715"/>
          </a:xfrm>
        </p:spPr>
        <p:txBody>
          <a:bodyPr/>
          <a:lstStyle>
            <a:lvl1pPr>
              <a:defRPr b="1" i="0">
                <a:latin typeface="Gill Sans MT" panose="020B0502020104020203" pitchFamily="34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99AE97C-A4D8-5599-F8F4-4F17A9779DE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529263" y="352425"/>
            <a:ext cx="6302375" cy="6076950"/>
          </a:xfrm>
        </p:spPr>
        <p:txBody>
          <a:bodyPr>
            <a:normAutofit/>
          </a:bodyPr>
          <a:lstStyle>
            <a:lvl1pPr>
              <a:defRPr sz="3200">
                <a:latin typeface="Gill Sans MT" panose="020B0502020104020203" pitchFamily="34" charset="77"/>
              </a:defRPr>
            </a:lvl1pPr>
            <a:lvl2pPr>
              <a:defRPr sz="2800">
                <a:latin typeface="Gill Sans MT" panose="020B0502020104020203" pitchFamily="34" charset="77"/>
              </a:defRPr>
            </a:lvl2pPr>
            <a:lvl3pPr>
              <a:defRPr sz="2400">
                <a:latin typeface="Gill Sans MT" panose="020B0502020104020203" pitchFamily="34" charset="77"/>
              </a:defRPr>
            </a:lvl3pPr>
            <a:lvl4pPr>
              <a:defRPr sz="2000">
                <a:latin typeface="Gill Sans MT" panose="020B0502020104020203" pitchFamily="34" charset="77"/>
              </a:defRPr>
            </a:lvl4pPr>
            <a:lvl5pPr>
              <a:defRPr sz="2000">
                <a:latin typeface="Gill Sans MT" panose="020B0502020104020203" pitchFamily="34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422203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2">
            <a:extLst>
              <a:ext uri="{FF2B5EF4-FFF2-40B4-BE49-F238E27FC236}">
                <a16:creationId xmlns:a16="http://schemas.microsoft.com/office/drawing/2014/main" id="{6E896274-BB9F-BD97-6D6C-EBC584D12450}"/>
              </a:ext>
            </a:extLst>
          </p:cNvPr>
          <p:cNvSpPr/>
          <p:nvPr userDrawn="1"/>
        </p:nvSpPr>
        <p:spPr>
          <a:xfrm>
            <a:off x="4582511" y="1906093"/>
            <a:ext cx="879309" cy="879309"/>
          </a:xfrm>
          <a:custGeom>
            <a:avLst/>
            <a:gdLst/>
            <a:ahLst/>
            <a:cxnLst/>
            <a:rect l="l" t="t" r="r" b="b"/>
            <a:pathLst>
              <a:path w="1621594" h="1621594">
                <a:moveTo>
                  <a:pt x="0" y="0"/>
                </a:moveTo>
                <a:lnTo>
                  <a:pt x="1621594" y="0"/>
                </a:lnTo>
                <a:lnTo>
                  <a:pt x="1621594" y="1621594"/>
                </a:lnTo>
                <a:lnTo>
                  <a:pt x="0" y="16215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3">
            <a:extLst>
              <a:ext uri="{FF2B5EF4-FFF2-40B4-BE49-F238E27FC236}">
                <a16:creationId xmlns:a16="http://schemas.microsoft.com/office/drawing/2014/main" id="{869B31BE-B7B2-0778-9449-B7438136502B}"/>
              </a:ext>
            </a:extLst>
          </p:cNvPr>
          <p:cNvSpPr/>
          <p:nvPr userDrawn="1"/>
        </p:nvSpPr>
        <p:spPr>
          <a:xfrm>
            <a:off x="4582511" y="4390500"/>
            <a:ext cx="879309" cy="879309"/>
          </a:xfrm>
          <a:custGeom>
            <a:avLst/>
            <a:gdLst/>
            <a:ahLst/>
            <a:cxnLst/>
            <a:rect l="l" t="t" r="r" b="b"/>
            <a:pathLst>
              <a:path w="1621594" h="1621594">
                <a:moveTo>
                  <a:pt x="0" y="0"/>
                </a:moveTo>
                <a:lnTo>
                  <a:pt x="1621594" y="0"/>
                </a:lnTo>
                <a:lnTo>
                  <a:pt x="1621594" y="1621593"/>
                </a:lnTo>
                <a:lnTo>
                  <a:pt x="0" y="16215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A9A288E6-176F-BABA-2FDA-430F32189B98}"/>
              </a:ext>
            </a:extLst>
          </p:cNvPr>
          <p:cNvGrpSpPr/>
          <p:nvPr userDrawn="1"/>
        </p:nvGrpSpPr>
        <p:grpSpPr>
          <a:xfrm>
            <a:off x="0" y="0"/>
            <a:ext cx="5022166" cy="6858000"/>
            <a:chOff x="0" y="0"/>
            <a:chExt cx="2478633" cy="2709333"/>
          </a:xfrm>
        </p:grpSpPr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769347F9-B76C-2B2A-6D73-865FF372C708}"/>
                </a:ext>
              </a:extLst>
            </p:cNvPr>
            <p:cNvSpPr/>
            <p:nvPr/>
          </p:nvSpPr>
          <p:spPr>
            <a:xfrm>
              <a:off x="0" y="0"/>
              <a:ext cx="2478633" cy="2709333"/>
            </a:xfrm>
            <a:custGeom>
              <a:avLst/>
              <a:gdLst/>
              <a:ahLst/>
              <a:cxnLst/>
              <a:rect l="l" t="t" r="r" b="b"/>
              <a:pathLst>
                <a:path w="2478633" h="2709333">
                  <a:moveTo>
                    <a:pt x="0" y="0"/>
                  </a:moveTo>
                  <a:lnTo>
                    <a:pt x="2478633" y="0"/>
                  </a:lnTo>
                  <a:lnTo>
                    <a:pt x="247863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D552AED-E6F7-DBDB-BEEA-388D9E69665B}"/>
                </a:ext>
              </a:extLst>
            </p:cNvPr>
            <p:cNvSpPr txBox="1"/>
            <p:nvPr/>
          </p:nvSpPr>
          <p:spPr>
            <a:xfrm>
              <a:off x="0" y="-38100"/>
              <a:ext cx="2478633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4A428EF-3210-DB4B-AB6C-880547C588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457199"/>
            <a:ext cx="3932237" cy="2328203"/>
          </a:xfrm>
        </p:spPr>
        <p:txBody>
          <a:bodyPr anchor="b">
            <a:normAutofit/>
          </a:bodyPr>
          <a:lstStyle>
            <a:lvl1pPr>
              <a:defRPr sz="3600" b="1">
                <a:latin typeface="Gill Sans MT" panose="020B0502020104020203" pitchFamily="34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E97830-ABEC-8B43-C72D-4C4DFBD840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>
                <a:latin typeface="Gill Sans MT" panose="020B0502020104020203" pitchFamily="34" charset="77"/>
              </a:defRPr>
            </a:lvl1pPr>
            <a:lvl2pPr>
              <a:defRPr sz="2800">
                <a:latin typeface="Gill Sans MT" panose="020B0502020104020203" pitchFamily="34" charset="77"/>
              </a:defRPr>
            </a:lvl2pPr>
            <a:lvl3pPr>
              <a:defRPr sz="2400">
                <a:latin typeface="Gill Sans MT" panose="020B0502020104020203" pitchFamily="34" charset="77"/>
              </a:defRPr>
            </a:lvl3pPr>
            <a:lvl4pPr>
              <a:defRPr sz="2000">
                <a:latin typeface="Gill Sans MT" panose="020B0502020104020203" pitchFamily="34" charset="77"/>
              </a:defRPr>
            </a:lvl4pPr>
            <a:lvl5pPr>
              <a:defRPr sz="2000">
                <a:latin typeface="Gill Sans MT" panose="020B0502020104020203" pitchFamily="34" charset="77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2EED15-05C0-5249-CED6-E4472745B7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912012"/>
            <a:ext cx="3932237" cy="2956976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latin typeface="Gill Sans MT" panose="020B0502020104020203" pitchFamily="34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60328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410BC-2A4E-4DC8-9DB8-02E205BBF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 b="1" i="0">
                <a:latin typeface="Gill Sans MT" panose="020B0502020104020203" pitchFamily="34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8E789763-E27E-A0EE-397B-C0C8844C3F4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9788" y="2193925"/>
            <a:ext cx="3932237" cy="4038600"/>
          </a:xfrm>
        </p:spPr>
        <p:txBody>
          <a:bodyPr/>
          <a:lstStyle>
            <a:lvl1pPr>
              <a:defRPr>
                <a:latin typeface="Gill Sans MT" panose="020B0502020104020203" pitchFamily="34" charset="77"/>
              </a:defRPr>
            </a:lvl1pPr>
            <a:lvl2pPr>
              <a:defRPr>
                <a:latin typeface="Gill Sans MT" panose="020B0502020104020203" pitchFamily="34" charset="77"/>
              </a:defRPr>
            </a:lvl2pPr>
            <a:lvl3pPr>
              <a:defRPr>
                <a:latin typeface="Gill Sans MT" panose="020B0502020104020203" pitchFamily="34" charset="77"/>
              </a:defRPr>
            </a:lvl3pPr>
            <a:lvl4pPr>
              <a:defRPr>
                <a:latin typeface="Gill Sans MT" panose="020B0502020104020203" pitchFamily="34" charset="77"/>
              </a:defRPr>
            </a:lvl4pPr>
            <a:lvl5pPr>
              <a:defRPr>
                <a:latin typeface="Gill Sans MT" panose="020B0502020104020203" pitchFamily="34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14" name="Group 2">
            <a:extLst>
              <a:ext uri="{FF2B5EF4-FFF2-40B4-BE49-F238E27FC236}">
                <a16:creationId xmlns:a16="http://schemas.microsoft.com/office/drawing/2014/main" id="{4E91ACBB-AF92-B3EB-35DE-F92A5FC9C32B}"/>
              </a:ext>
            </a:extLst>
          </p:cNvPr>
          <p:cNvGrpSpPr/>
          <p:nvPr userDrawn="1"/>
        </p:nvGrpSpPr>
        <p:grpSpPr>
          <a:xfrm>
            <a:off x="4772025" y="-509886"/>
            <a:ext cx="7877771" cy="7877771"/>
            <a:chOff x="0" y="0"/>
            <a:chExt cx="13141858" cy="13141858"/>
          </a:xfrm>
        </p:grpSpPr>
        <p:sp>
          <p:nvSpPr>
            <p:cNvPr id="15" name="Freeform 3">
              <a:extLst>
                <a:ext uri="{FF2B5EF4-FFF2-40B4-BE49-F238E27FC236}">
                  <a16:creationId xmlns:a16="http://schemas.microsoft.com/office/drawing/2014/main" id="{9BCC494D-BBD8-4A6E-097B-6E21EFC86690}"/>
                </a:ext>
              </a:extLst>
            </p:cNvPr>
            <p:cNvSpPr/>
            <p:nvPr/>
          </p:nvSpPr>
          <p:spPr>
            <a:xfrm rot="-1200957">
              <a:off x="1444916" y="1444916"/>
              <a:ext cx="10252025" cy="10252025"/>
            </a:xfrm>
            <a:custGeom>
              <a:avLst/>
              <a:gdLst/>
              <a:ahLst/>
              <a:cxnLst/>
              <a:rect l="l" t="t" r="r" b="b"/>
              <a:pathLst>
                <a:path w="10252025" h="10252025">
                  <a:moveTo>
                    <a:pt x="0" y="0"/>
                  </a:moveTo>
                  <a:lnTo>
                    <a:pt x="10252025" y="0"/>
                  </a:lnTo>
                  <a:lnTo>
                    <a:pt x="10252025" y="10252025"/>
                  </a:lnTo>
                  <a:lnTo>
                    <a:pt x="0" y="102520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31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6" name="Freeform 4">
              <a:extLst>
                <a:ext uri="{FF2B5EF4-FFF2-40B4-BE49-F238E27FC236}">
                  <a16:creationId xmlns:a16="http://schemas.microsoft.com/office/drawing/2014/main" id="{C76A96AA-B38B-B3E0-9037-D51B0685AEC4}"/>
                </a:ext>
              </a:extLst>
            </p:cNvPr>
            <p:cNvSpPr/>
            <p:nvPr/>
          </p:nvSpPr>
          <p:spPr>
            <a:xfrm>
              <a:off x="1311122" y="1311122"/>
              <a:ext cx="10252025" cy="10252025"/>
            </a:xfrm>
            <a:custGeom>
              <a:avLst/>
              <a:gdLst/>
              <a:ahLst/>
              <a:cxnLst/>
              <a:rect l="l" t="t" r="r" b="b"/>
              <a:pathLst>
                <a:path w="10252025" h="10252025">
                  <a:moveTo>
                    <a:pt x="0" y="0"/>
                  </a:moveTo>
                  <a:lnTo>
                    <a:pt x="10252025" y="0"/>
                  </a:lnTo>
                  <a:lnTo>
                    <a:pt x="10252025" y="10252025"/>
                  </a:lnTo>
                  <a:lnTo>
                    <a:pt x="0" y="102520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EEF98BC8-5D27-98A6-AA64-E292728E74F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614616" y="1253298"/>
            <a:ext cx="4192588" cy="4191000"/>
          </a:xfrm>
        </p:spPr>
        <p:txBody>
          <a:bodyPr/>
          <a:lstStyle/>
          <a:p>
            <a:endParaRPr lang="en-US"/>
          </a:p>
        </p:txBody>
      </p:sp>
      <p:sp>
        <p:nvSpPr>
          <p:cNvPr id="19" name="Freeform 11">
            <a:extLst>
              <a:ext uri="{FF2B5EF4-FFF2-40B4-BE49-F238E27FC236}">
                <a16:creationId xmlns:a16="http://schemas.microsoft.com/office/drawing/2014/main" id="{EBF7F67B-1435-D631-7220-E6B98C128C8A}"/>
              </a:ext>
            </a:extLst>
          </p:cNvPr>
          <p:cNvSpPr/>
          <p:nvPr userDrawn="1"/>
        </p:nvSpPr>
        <p:spPr>
          <a:xfrm>
            <a:off x="-357888" y="6335400"/>
            <a:ext cx="846436" cy="846436"/>
          </a:xfrm>
          <a:custGeom>
            <a:avLst/>
            <a:gdLst/>
            <a:ahLst/>
            <a:cxnLst/>
            <a:rect l="l" t="t" r="r" b="b"/>
            <a:pathLst>
              <a:path w="1621594" h="1621594">
                <a:moveTo>
                  <a:pt x="0" y="0"/>
                </a:moveTo>
                <a:lnTo>
                  <a:pt x="1621594" y="0"/>
                </a:lnTo>
                <a:lnTo>
                  <a:pt x="1621594" y="1621594"/>
                </a:lnTo>
                <a:lnTo>
                  <a:pt x="0" y="162159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14071699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5337B4-FB53-EA98-745B-324E014354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C0D3F7-ABC2-8C73-96EB-B87BB86717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070C0E-9B53-1C5D-1516-FCFA9DA44E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A6BC9-2F17-4644-8BAF-C8380839D32A}" type="datetimeFigureOut">
              <a:rPr lang="en-US" smtClean="0"/>
              <a:t>8/27/25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471263-F331-F40B-B7FF-B14F8E32AD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696A29-2D21-4948-15D6-2FD146A3D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50487-239F-9443-BCF2-594FF8C340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98496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82E876F-6920-8F54-4EBA-C93296F78B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0A0B17-96AB-031D-3FF0-094D35871D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253DFC-38B1-D398-AA0D-2F305C4F14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A6BC9-2F17-4644-8BAF-C8380839D32A}" type="datetimeFigureOut">
              <a:rPr lang="en-US" smtClean="0"/>
              <a:t>8/27/25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FDFDFE-CFB9-BE46-BCBE-794FDA41ED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F1BF20-F219-0484-193D-4174FB51BA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50487-239F-9443-BCF2-594FF8C340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198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2">
            <a:extLst>
              <a:ext uri="{FF2B5EF4-FFF2-40B4-BE49-F238E27FC236}">
                <a16:creationId xmlns:a16="http://schemas.microsoft.com/office/drawing/2014/main" id="{DAF45971-146F-4FCB-2DA8-B55376909150}"/>
              </a:ext>
            </a:extLst>
          </p:cNvPr>
          <p:cNvGrpSpPr/>
          <p:nvPr userDrawn="1"/>
        </p:nvGrpSpPr>
        <p:grpSpPr>
          <a:xfrm>
            <a:off x="0" y="0"/>
            <a:ext cx="6426631" cy="6858000"/>
            <a:chOff x="0" y="0"/>
            <a:chExt cx="1321562" cy="2709333"/>
          </a:xfrm>
          <a:solidFill>
            <a:schemeClr val="bg2"/>
          </a:solidFill>
        </p:grpSpPr>
        <p:sp>
          <p:nvSpPr>
            <p:cNvPr id="8" name="Freeform 3">
              <a:extLst>
                <a:ext uri="{FF2B5EF4-FFF2-40B4-BE49-F238E27FC236}">
                  <a16:creationId xmlns:a16="http://schemas.microsoft.com/office/drawing/2014/main" id="{C5320BAC-8342-0B2C-73E6-ECD90C900314}"/>
                </a:ext>
              </a:extLst>
            </p:cNvPr>
            <p:cNvSpPr/>
            <p:nvPr/>
          </p:nvSpPr>
          <p:spPr>
            <a:xfrm>
              <a:off x="0" y="0"/>
              <a:ext cx="1321562" cy="2709333"/>
            </a:xfrm>
            <a:custGeom>
              <a:avLst/>
              <a:gdLst/>
              <a:ahLst/>
              <a:cxnLst/>
              <a:rect l="l" t="t" r="r" b="b"/>
              <a:pathLst>
                <a:path w="1321562" h="2709333">
                  <a:moveTo>
                    <a:pt x="0" y="0"/>
                  </a:moveTo>
                  <a:lnTo>
                    <a:pt x="1321562" y="0"/>
                  </a:lnTo>
                  <a:lnTo>
                    <a:pt x="1321562" y="2709333"/>
                  </a:lnTo>
                  <a:lnTo>
                    <a:pt x="0" y="2709333"/>
                  </a:lnTo>
                  <a:close/>
                </a:path>
              </a:pathLst>
            </a:custGeom>
            <a:grpFill/>
          </p:spPr>
        </p:sp>
        <p:sp>
          <p:nvSpPr>
            <p:cNvPr id="9" name="TextBox 4">
              <a:extLst>
                <a:ext uri="{FF2B5EF4-FFF2-40B4-BE49-F238E27FC236}">
                  <a16:creationId xmlns:a16="http://schemas.microsoft.com/office/drawing/2014/main" id="{51BF87C4-4052-0BB4-9860-B4D57157B4E8}"/>
                </a:ext>
              </a:extLst>
            </p:cNvPr>
            <p:cNvSpPr txBox="1"/>
            <p:nvPr/>
          </p:nvSpPr>
          <p:spPr>
            <a:xfrm>
              <a:off x="0" y="-47625"/>
              <a:ext cx="1321562" cy="2756958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9"/>
                </a:lnSpc>
              </a:pPr>
              <a:endParaRPr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DEC704E-0FAF-0265-4B1D-424377B87B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0630" y="388140"/>
            <a:ext cx="5915933" cy="1325563"/>
          </a:xfrm>
        </p:spPr>
        <p:txBody>
          <a:bodyPr>
            <a:noAutofit/>
          </a:bodyPr>
          <a:lstStyle>
            <a:lvl1pPr>
              <a:defRPr sz="4000" b="1" i="0">
                <a:solidFill>
                  <a:schemeClr val="accent1"/>
                </a:solidFill>
                <a:latin typeface="Gill Sans MT" panose="020B0502020104020203" pitchFamily="34" charset="77"/>
                <a:cs typeface="Aharoni" panose="02010803020104030203" pitchFamily="2" charset="-79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E41CE5-EA1B-DFAB-544F-9AD0A9B343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1470" y="388140"/>
            <a:ext cx="5089899" cy="6198640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1pPr>
            <a:lvl2pPr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2pPr>
            <a:lvl3pPr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3pPr>
            <a:lvl4pPr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4pPr>
            <a:lvl5pPr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3C83F293-4741-2FD1-C31F-A4B661637F1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44017" y="2124632"/>
            <a:ext cx="5196076" cy="3723697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4" name="AutoShape 7">
            <a:extLst>
              <a:ext uri="{FF2B5EF4-FFF2-40B4-BE49-F238E27FC236}">
                <a16:creationId xmlns:a16="http://schemas.microsoft.com/office/drawing/2014/main" id="{530BA52E-938B-4ECD-DA47-F3765811E4C0}"/>
              </a:ext>
            </a:extLst>
          </p:cNvPr>
          <p:cNvSpPr/>
          <p:nvPr userDrawn="1"/>
        </p:nvSpPr>
        <p:spPr>
          <a:xfrm flipV="1">
            <a:off x="330631" y="1913909"/>
            <a:ext cx="3400467" cy="0"/>
          </a:xfrm>
          <a:prstGeom prst="line">
            <a:avLst/>
          </a:prstGeom>
          <a:ln w="76200" cap="flat">
            <a:solidFill>
              <a:srgbClr val="EAE4D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Freeform 11">
            <a:extLst>
              <a:ext uri="{FF2B5EF4-FFF2-40B4-BE49-F238E27FC236}">
                <a16:creationId xmlns:a16="http://schemas.microsoft.com/office/drawing/2014/main" id="{E3843229-7005-2BC5-91EE-259A831BB6F9}"/>
              </a:ext>
            </a:extLst>
          </p:cNvPr>
          <p:cNvSpPr/>
          <p:nvPr userDrawn="1"/>
        </p:nvSpPr>
        <p:spPr>
          <a:xfrm>
            <a:off x="6003413" y="6434782"/>
            <a:ext cx="846436" cy="846436"/>
          </a:xfrm>
          <a:custGeom>
            <a:avLst/>
            <a:gdLst/>
            <a:ahLst/>
            <a:cxnLst/>
            <a:rect l="l" t="t" r="r" b="b"/>
            <a:pathLst>
              <a:path w="1621594" h="1621594">
                <a:moveTo>
                  <a:pt x="0" y="0"/>
                </a:moveTo>
                <a:lnTo>
                  <a:pt x="1621594" y="0"/>
                </a:lnTo>
                <a:lnTo>
                  <a:pt x="1621594" y="1621594"/>
                </a:lnTo>
                <a:lnTo>
                  <a:pt x="0" y="16215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21462723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C704E-0FAF-0265-4B1D-424377B87B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6432933" cy="1325563"/>
          </a:xfrm>
        </p:spPr>
        <p:txBody>
          <a:bodyPr/>
          <a:lstStyle>
            <a:lvl1pPr>
              <a:defRPr b="1" i="0">
                <a:solidFill>
                  <a:schemeClr val="tx1"/>
                </a:solidFill>
                <a:latin typeface="Gill Sans MT" panose="020B0502020104020203" pitchFamily="34" charset="77"/>
                <a:cs typeface="Aharoni" panose="02010803020104030203" pitchFamily="2" charset="-79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E41CE5-EA1B-DFAB-544F-9AD0A9B343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896939"/>
            <a:ext cx="7315200" cy="3280023"/>
          </a:xfrm>
        </p:spPr>
        <p:txBody>
          <a:bodyPr/>
          <a:lstStyle>
            <a:lvl1pPr>
              <a:defRPr>
                <a:latin typeface="Gill Sans MT" panose="020B0502020104020203" pitchFamily="34" charset="77"/>
              </a:defRPr>
            </a:lvl1pPr>
            <a:lvl2pPr>
              <a:defRPr>
                <a:latin typeface="Gill Sans MT" panose="020B0502020104020203" pitchFamily="34" charset="77"/>
              </a:defRPr>
            </a:lvl2pPr>
            <a:lvl3pPr>
              <a:defRPr>
                <a:latin typeface="Gill Sans MT" panose="020B0502020104020203" pitchFamily="34" charset="77"/>
              </a:defRPr>
            </a:lvl3pPr>
            <a:lvl4pPr>
              <a:defRPr>
                <a:latin typeface="Gill Sans MT" panose="020B0502020104020203" pitchFamily="34" charset="77"/>
              </a:defRPr>
            </a:lvl4pPr>
            <a:lvl5pPr>
              <a:defRPr>
                <a:latin typeface="Gill Sans MT" panose="020B0502020104020203" pitchFamily="34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7" name="Group 2">
            <a:extLst>
              <a:ext uri="{FF2B5EF4-FFF2-40B4-BE49-F238E27FC236}">
                <a16:creationId xmlns:a16="http://schemas.microsoft.com/office/drawing/2014/main" id="{EB4D66C9-F974-7255-DE5F-D48941E91D59}"/>
              </a:ext>
            </a:extLst>
          </p:cNvPr>
          <p:cNvGrpSpPr/>
          <p:nvPr userDrawn="1"/>
        </p:nvGrpSpPr>
        <p:grpSpPr>
          <a:xfrm>
            <a:off x="9216325" y="0"/>
            <a:ext cx="2975675" cy="6858000"/>
            <a:chOff x="0" y="0"/>
            <a:chExt cx="1321562" cy="2709333"/>
          </a:xfrm>
          <a:solidFill>
            <a:schemeClr val="bg2"/>
          </a:solidFill>
        </p:grpSpPr>
        <p:sp>
          <p:nvSpPr>
            <p:cNvPr id="8" name="Freeform 3">
              <a:extLst>
                <a:ext uri="{FF2B5EF4-FFF2-40B4-BE49-F238E27FC236}">
                  <a16:creationId xmlns:a16="http://schemas.microsoft.com/office/drawing/2014/main" id="{ADEF0BB9-6296-6AF7-51C0-407C4B5F697F}"/>
                </a:ext>
              </a:extLst>
            </p:cNvPr>
            <p:cNvSpPr/>
            <p:nvPr/>
          </p:nvSpPr>
          <p:spPr>
            <a:xfrm>
              <a:off x="0" y="0"/>
              <a:ext cx="1321562" cy="2709333"/>
            </a:xfrm>
            <a:custGeom>
              <a:avLst/>
              <a:gdLst/>
              <a:ahLst/>
              <a:cxnLst/>
              <a:rect l="l" t="t" r="r" b="b"/>
              <a:pathLst>
                <a:path w="1321562" h="2709333">
                  <a:moveTo>
                    <a:pt x="0" y="0"/>
                  </a:moveTo>
                  <a:lnTo>
                    <a:pt x="1321562" y="0"/>
                  </a:lnTo>
                  <a:lnTo>
                    <a:pt x="1321562" y="2709333"/>
                  </a:lnTo>
                  <a:lnTo>
                    <a:pt x="0" y="2709333"/>
                  </a:lnTo>
                  <a:close/>
                </a:path>
              </a:pathLst>
            </a:custGeom>
            <a:grpFill/>
          </p:spPr>
        </p:sp>
        <p:sp>
          <p:nvSpPr>
            <p:cNvPr id="9" name="TextBox 4">
              <a:extLst>
                <a:ext uri="{FF2B5EF4-FFF2-40B4-BE49-F238E27FC236}">
                  <a16:creationId xmlns:a16="http://schemas.microsoft.com/office/drawing/2014/main" id="{D45D2709-9245-5FB8-7922-6EC714C0EBF0}"/>
                </a:ext>
              </a:extLst>
            </p:cNvPr>
            <p:cNvSpPr txBox="1"/>
            <p:nvPr/>
          </p:nvSpPr>
          <p:spPr>
            <a:xfrm>
              <a:off x="0" y="-47625"/>
              <a:ext cx="1321562" cy="2756958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9"/>
                </a:lnSpc>
              </a:pPr>
              <a:endParaRPr/>
            </a:p>
          </p:txBody>
        </p:sp>
      </p:grpSp>
      <p:sp>
        <p:nvSpPr>
          <p:cNvPr id="25" name="Picture Placeholder 4">
            <a:extLst>
              <a:ext uri="{FF2B5EF4-FFF2-40B4-BE49-F238E27FC236}">
                <a16:creationId xmlns:a16="http://schemas.microsoft.com/office/drawing/2014/main" id="{EF618F19-F498-53C4-B0BE-F6F85DB2558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438860" y="1115879"/>
            <a:ext cx="3101559" cy="506108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5DB61C1A-4664-2515-0BDB-8AAAEC13BC4A}"/>
              </a:ext>
            </a:extLst>
          </p:cNvPr>
          <p:cNvSpPr/>
          <p:nvPr userDrawn="1"/>
        </p:nvSpPr>
        <p:spPr>
          <a:xfrm>
            <a:off x="11540419" y="6319210"/>
            <a:ext cx="879309" cy="879309"/>
          </a:xfrm>
          <a:custGeom>
            <a:avLst/>
            <a:gdLst/>
            <a:ahLst/>
            <a:cxnLst/>
            <a:rect l="l" t="t" r="r" b="b"/>
            <a:pathLst>
              <a:path w="1621594" h="1621594">
                <a:moveTo>
                  <a:pt x="0" y="0"/>
                </a:moveTo>
                <a:lnTo>
                  <a:pt x="1621594" y="0"/>
                </a:lnTo>
                <a:lnTo>
                  <a:pt x="1621594" y="1621593"/>
                </a:lnTo>
                <a:lnTo>
                  <a:pt x="0" y="16215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3517696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2">
            <a:extLst>
              <a:ext uri="{FF2B5EF4-FFF2-40B4-BE49-F238E27FC236}">
                <a16:creationId xmlns:a16="http://schemas.microsoft.com/office/drawing/2014/main" id="{3C118350-FF52-CD9C-1313-186123ED8523}"/>
              </a:ext>
            </a:extLst>
          </p:cNvPr>
          <p:cNvSpPr/>
          <p:nvPr userDrawn="1"/>
        </p:nvSpPr>
        <p:spPr>
          <a:xfrm rot="673413">
            <a:off x="-656383" y="2526137"/>
            <a:ext cx="5355205" cy="5152481"/>
          </a:xfrm>
          <a:custGeom>
            <a:avLst/>
            <a:gdLst/>
            <a:ahLst/>
            <a:cxnLst/>
            <a:rect l="l" t="t" r="r" b="b"/>
            <a:pathLst>
              <a:path w="13265113" h="13265113">
                <a:moveTo>
                  <a:pt x="0" y="0"/>
                </a:moveTo>
                <a:lnTo>
                  <a:pt x="13265113" y="0"/>
                </a:lnTo>
                <a:lnTo>
                  <a:pt x="13265113" y="13265112"/>
                </a:lnTo>
                <a:lnTo>
                  <a:pt x="0" y="132651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3">
            <a:extLst>
              <a:ext uri="{FF2B5EF4-FFF2-40B4-BE49-F238E27FC236}">
                <a16:creationId xmlns:a16="http://schemas.microsoft.com/office/drawing/2014/main" id="{13F83178-2625-2AFC-0849-3FE1D1FDD959}"/>
              </a:ext>
            </a:extLst>
          </p:cNvPr>
          <p:cNvGrpSpPr/>
          <p:nvPr userDrawn="1"/>
        </p:nvGrpSpPr>
        <p:grpSpPr>
          <a:xfrm>
            <a:off x="-42840" y="2611746"/>
            <a:ext cx="4657029" cy="4335694"/>
            <a:chOff x="0" y="0"/>
            <a:chExt cx="6350000" cy="5911850"/>
          </a:xfrm>
          <a:solidFill>
            <a:schemeClr val="accent3">
              <a:lumMod val="20000"/>
              <a:lumOff val="80000"/>
            </a:schemeClr>
          </a:solidFill>
        </p:grpSpPr>
        <p:sp>
          <p:nvSpPr>
            <p:cNvPr id="6" name="Freeform 4">
              <a:extLst>
                <a:ext uri="{FF2B5EF4-FFF2-40B4-BE49-F238E27FC236}">
                  <a16:creationId xmlns:a16="http://schemas.microsoft.com/office/drawing/2014/main" id="{C7FC2B2B-0CB4-9049-24B7-13DF030760EC}"/>
                </a:ext>
              </a:extLst>
            </p:cNvPr>
            <p:cNvSpPr/>
            <p:nvPr/>
          </p:nvSpPr>
          <p:spPr>
            <a:xfrm>
              <a:off x="-68580" y="0"/>
              <a:ext cx="6417310" cy="5911850"/>
            </a:xfrm>
            <a:custGeom>
              <a:avLst/>
              <a:gdLst/>
              <a:ahLst/>
              <a:cxnLst/>
              <a:rect l="l" t="t" r="r" b="b"/>
              <a:pathLst>
                <a:path w="6417310" h="5911850">
                  <a:moveTo>
                    <a:pt x="1215390" y="402590"/>
                  </a:moveTo>
                  <a:lnTo>
                    <a:pt x="177800" y="2192020"/>
                  </a:lnTo>
                  <a:cubicBezTo>
                    <a:pt x="0" y="2498090"/>
                    <a:pt x="43180" y="2884170"/>
                    <a:pt x="283210" y="3144520"/>
                  </a:cubicBezTo>
                  <a:lnTo>
                    <a:pt x="2594610" y="5651500"/>
                  </a:lnTo>
                  <a:cubicBezTo>
                    <a:pt x="2747010" y="5817870"/>
                    <a:pt x="2962910" y="5911850"/>
                    <a:pt x="3187700" y="5911850"/>
                  </a:cubicBezTo>
                  <a:lnTo>
                    <a:pt x="5609590" y="5911850"/>
                  </a:lnTo>
                  <a:cubicBezTo>
                    <a:pt x="6055360" y="5911850"/>
                    <a:pt x="6417310" y="5549900"/>
                    <a:pt x="6417310" y="5104130"/>
                  </a:cubicBezTo>
                  <a:lnTo>
                    <a:pt x="6417310" y="1891030"/>
                  </a:lnTo>
                  <a:cubicBezTo>
                    <a:pt x="6417310" y="1724660"/>
                    <a:pt x="6366510" y="1562100"/>
                    <a:pt x="6269990" y="1426210"/>
                  </a:cubicBezTo>
                  <a:lnTo>
                    <a:pt x="5507990" y="342900"/>
                  </a:lnTo>
                  <a:cubicBezTo>
                    <a:pt x="5356860" y="128270"/>
                    <a:pt x="5110480" y="0"/>
                    <a:pt x="4847590" y="0"/>
                  </a:cubicBezTo>
                  <a:lnTo>
                    <a:pt x="1913890" y="0"/>
                  </a:lnTo>
                  <a:cubicBezTo>
                    <a:pt x="1625600" y="0"/>
                    <a:pt x="1358900" y="153670"/>
                    <a:pt x="1215390" y="402590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10" name="Group 2">
            <a:extLst>
              <a:ext uri="{FF2B5EF4-FFF2-40B4-BE49-F238E27FC236}">
                <a16:creationId xmlns:a16="http://schemas.microsoft.com/office/drawing/2014/main" id="{B0609229-C0D3-C3DA-E2AC-DFCF9FBF40C7}"/>
              </a:ext>
            </a:extLst>
          </p:cNvPr>
          <p:cNvGrpSpPr/>
          <p:nvPr userDrawn="1"/>
        </p:nvGrpSpPr>
        <p:grpSpPr>
          <a:xfrm>
            <a:off x="9216325" y="-120551"/>
            <a:ext cx="2975675" cy="6978551"/>
            <a:chOff x="0" y="-47625"/>
            <a:chExt cx="1321562" cy="2756958"/>
          </a:xfrm>
          <a:solidFill>
            <a:schemeClr val="bg2"/>
          </a:solidFill>
        </p:grpSpPr>
        <p:sp>
          <p:nvSpPr>
            <p:cNvPr id="12" name="TextBox 4">
              <a:extLst>
                <a:ext uri="{FF2B5EF4-FFF2-40B4-BE49-F238E27FC236}">
                  <a16:creationId xmlns:a16="http://schemas.microsoft.com/office/drawing/2014/main" id="{54C4EB8C-12AA-692D-142E-47B45F22A8D6}"/>
                </a:ext>
              </a:extLst>
            </p:cNvPr>
            <p:cNvSpPr txBox="1"/>
            <p:nvPr/>
          </p:nvSpPr>
          <p:spPr>
            <a:xfrm>
              <a:off x="0" y="-47625"/>
              <a:ext cx="1321562" cy="2756958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9"/>
                </a:lnSpc>
              </a:pPr>
              <a:endParaRPr>
                <a:solidFill>
                  <a:schemeClr val="bg1">
                    <a:lumMod val="85000"/>
                  </a:schemeClr>
                </a:solidFill>
              </a:endParaRPr>
            </a:p>
          </p:txBody>
        </p:sp>
        <p:sp>
          <p:nvSpPr>
            <p:cNvPr id="11" name="Freeform 3">
              <a:extLst>
                <a:ext uri="{FF2B5EF4-FFF2-40B4-BE49-F238E27FC236}">
                  <a16:creationId xmlns:a16="http://schemas.microsoft.com/office/drawing/2014/main" id="{E9BF052C-EA96-7F23-B46B-4C690B622C8F}"/>
                </a:ext>
              </a:extLst>
            </p:cNvPr>
            <p:cNvSpPr/>
            <p:nvPr/>
          </p:nvSpPr>
          <p:spPr>
            <a:xfrm>
              <a:off x="0" y="0"/>
              <a:ext cx="1321562" cy="2709333"/>
            </a:xfrm>
            <a:custGeom>
              <a:avLst/>
              <a:gdLst/>
              <a:ahLst/>
              <a:cxnLst/>
              <a:rect l="l" t="t" r="r" b="b"/>
              <a:pathLst>
                <a:path w="1321562" h="2709333">
                  <a:moveTo>
                    <a:pt x="0" y="0"/>
                  </a:moveTo>
                  <a:lnTo>
                    <a:pt x="1321562" y="0"/>
                  </a:lnTo>
                  <a:lnTo>
                    <a:pt x="1321562" y="2709333"/>
                  </a:lnTo>
                  <a:lnTo>
                    <a:pt x="0" y="2709333"/>
                  </a:lnTo>
                  <a:close/>
                </a:path>
              </a:pathLst>
            </a:custGeom>
            <a:grpFill/>
          </p:spPr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DEC704E-0FAF-0265-4B1D-424377B87B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5423115" cy="1325563"/>
          </a:xfrm>
        </p:spPr>
        <p:txBody>
          <a:bodyPr/>
          <a:lstStyle>
            <a:lvl1pPr>
              <a:defRPr b="1">
                <a:solidFill>
                  <a:schemeClr val="accent1"/>
                </a:solidFill>
                <a:latin typeface="Gill Sans MT" panose="020B0502020104020203" pitchFamily="34" charset="77"/>
                <a:cs typeface="Aharoni" panose="02010803020104030203" pitchFamily="2" charset="-79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E41CE5-EA1B-DFAB-544F-9AD0A9B343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4370521"/>
            <a:ext cx="10878519" cy="1806441"/>
          </a:xfrm>
        </p:spPr>
        <p:txBody>
          <a:bodyPr/>
          <a:lstStyle>
            <a:lvl1pPr>
              <a:defRPr>
                <a:latin typeface="Gill Sans MT" panose="020B0502020104020203" pitchFamily="34" charset="77"/>
              </a:defRPr>
            </a:lvl1pPr>
            <a:lvl2pPr>
              <a:defRPr>
                <a:latin typeface="Gill Sans MT" panose="020B0502020104020203" pitchFamily="34" charset="77"/>
              </a:defRPr>
            </a:lvl2pPr>
            <a:lvl3pPr>
              <a:defRPr>
                <a:latin typeface="Gill Sans MT" panose="020B0502020104020203" pitchFamily="34" charset="77"/>
              </a:defRPr>
            </a:lvl3pPr>
            <a:lvl4pPr>
              <a:defRPr>
                <a:latin typeface="Gill Sans MT" panose="020B0502020104020203" pitchFamily="34" charset="77"/>
              </a:defRPr>
            </a:lvl4pPr>
            <a:lvl5pPr>
              <a:defRPr>
                <a:latin typeface="Gill Sans MT" panose="020B0502020104020203" pitchFamily="34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7" name="Group 2">
            <a:extLst>
              <a:ext uri="{FF2B5EF4-FFF2-40B4-BE49-F238E27FC236}">
                <a16:creationId xmlns:a16="http://schemas.microsoft.com/office/drawing/2014/main" id="{0F053009-CEA6-1D55-524E-8C8667E2A1FB}"/>
              </a:ext>
            </a:extLst>
          </p:cNvPr>
          <p:cNvGrpSpPr/>
          <p:nvPr userDrawn="1"/>
        </p:nvGrpSpPr>
        <p:grpSpPr>
          <a:xfrm>
            <a:off x="7578671" y="199556"/>
            <a:ext cx="4613329" cy="1030636"/>
            <a:chOff x="0" y="0"/>
            <a:chExt cx="4816593" cy="1192858"/>
          </a:xfrm>
          <a:solidFill>
            <a:schemeClr val="accent1"/>
          </a:solidFill>
        </p:grpSpPr>
        <p:sp>
          <p:nvSpPr>
            <p:cNvPr id="8" name="Freeform 3">
              <a:extLst>
                <a:ext uri="{FF2B5EF4-FFF2-40B4-BE49-F238E27FC236}">
                  <a16:creationId xmlns:a16="http://schemas.microsoft.com/office/drawing/2014/main" id="{9EE05AE0-B52E-9528-634C-F049ACAABE48}"/>
                </a:ext>
              </a:extLst>
            </p:cNvPr>
            <p:cNvSpPr/>
            <p:nvPr/>
          </p:nvSpPr>
          <p:spPr>
            <a:xfrm>
              <a:off x="0" y="0"/>
              <a:ext cx="4816592" cy="1192858"/>
            </a:xfrm>
            <a:custGeom>
              <a:avLst/>
              <a:gdLst/>
              <a:ahLst/>
              <a:cxnLst/>
              <a:rect l="l" t="t" r="r" b="b"/>
              <a:pathLst>
                <a:path w="4816592" h="1192858">
                  <a:moveTo>
                    <a:pt x="0" y="0"/>
                  </a:moveTo>
                  <a:lnTo>
                    <a:pt x="4816592" y="0"/>
                  </a:lnTo>
                  <a:lnTo>
                    <a:pt x="4816592" y="1192858"/>
                  </a:lnTo>
                  <a:lnTo>
                    <a:pt x="0" y="1192858"/>
                  </a:lnTo>
                  <a:close/>
                </a:path>
              </a:pathLst>
            </a:custGeom>
            <a:grpFill/>
          </p:spPr>
        </p:sp>
        <p:sp>
          <p:nvSpPr>
            <p:cNvPr id="9" name="TextBox 4">
              <a:extLst>
                <a:ext uri="{FF2B5EF4-FFF2-40B4-BE49-F238E27FC236}">
                  <a16:creationId xmlns:a16="http://schemas.microsoft.com/office/drawing/2014/main" id="{7058D0C8-ECDA-B4E8-FD05-78E44D9D6B7D}"/>
                </a:ext>
              </a:extLst>
            </p:cNvPr>
            <p:cNvSpPr txBox="1"/>
            <p:nvPr/>
          </p:nvSpPr>
          <p:spPr>
            <a:xfrm>
              <a:off x="0" y="-47625"/>
              <a:ext cx="4816593" cy="124048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9"/>
                </a:lnSpc>
              </a:pPr>
              <a:endParaRPr/>
            </a:p>
          </p:txBody>
        </p:sp>
      </p:grp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956961B4-ECCA-EE7C-0092-3F9081B8EB6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38199" y="2180915"/>
            <a:ext cx="2975675" cy="1782763"/>
          </a:xfrm>
        </p:spPr>
        <p:txBody>
          <a:bodyPr/>
          <a:lstStyle/>
          <a:p>
            <a:endParaRPr lang="en-US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A317DD58-7F3E-4D37-4F3C-A95B60CED5B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600411" y="2202103"/>
            <a:ext cx="2975675" cy="1782763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01765E-4633-913B-D20F-B44FF8056CC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97497" y="2139223"/>
            <a:ext cx="2975675" cy="1782763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25156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>
            <a:extLst>
              <a:ext uri="{FF2B5EF4-FFF2-40B4-BE49-F238E27FC236}">
                <a16:creationId xmlns:a16="http://schemas.microsoft.com/office/drawing/2014/main" id="{FE770EA0-781E-2927-7A6B-195D5F19E9C5}"/>
              </a:ext>
            </a:extLst>
          </p:cNvPr>
          <p:cNvSpPr/>
          <p:nvPr userDrawn="1"/>
        </p:nvSpPr>
        <p:spPr>
          <a:xfrm>
            <a:off x="5378449" y="3491169"/>
            <a:ext cx="879309" cy="879309"/>
          </a:xfrm>
          <a:custGeom>
            <a:avLst/>
            <a:gdLst/>
            <a:ahLst/>
            <a:cxnLst/>
            <a:rect l="l" t="t" r="r" b="b"/>
            <a:pathLst>
              <a:path w="1621594" h="1621594">
                <a:moveTo>
                  <a:pt x="0" y="0"/>
                </a:moveTo>
                <a:lnTo>
                  <a:pt x="1621594" y="0"/>
                </a:lnTo>
                <a:lnTo>
                  <a:pt x="1621594" y="1621593"/>
                </a:lnTo>
                <a:lnTo>
                  <a:pt x="0" y="16215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2">
            <a:extLst>
              <a:ext uri="{FF2B5EF4-FFF2-40B4-BE49-F238E27FC236}">
                <a16:creationId xmlns:a16="http://schemas.microsoft.com/office/drawing/2014/main" id="{DAF45971-146F-4FCB-2DA8-B55376909150}"/>
              </a:ext>
            </a:extLst>
          </p:cNvPr>
          <p:cNvGrpSpPr/>
          <p:nvPr userDrawn="1"/>
        </p:nvGrpSpPr>
        <p:grpSpPr>
          <a:xfrm>
            <a:off x="5765369" y="0"/>
            <a:ext cx="6426631" cy="6858000"/>
            <a:chOff x="0" y="0"/>
            <a:chExt cx="1321562" cy="2709333"/>
          </a:xfrm>
          <a:solidFill>
            <a:schemeClr val="bg2"/>
          </a:solidFill>
        </p:grpSpPr>
        <p:sp>
          <p:nvSpPr>
            <p:cNvPr id="8" name="Freeform 3">
              <a:extLst>
                <a:ext uri="{FF2B5EF4-FFF2-40B4-BE49-F238E27FC236}">
                  <a16:creationId xmlns:a16="http://schemas.microsoft.com/office/drawing/2014/main" id="{C5320BAC-8342-0B2C-73E6-ECD90C900314}"/>
                </a:ext>
              </a:extLst>
            </p:cNvPr>
            <p:cNvSpPr/>
            <p:nvPr/>
          </p:nvSpPr>
          <p:spPr>
            <a:xfrm>
              <a:off x="0" y="0"/>
              <a:ext cx="1321562" cy="2709333"/>
            </a:xfrm>
            <a:custGeom>
              <a:avLst/>
              <a:gdLst/>
              <a:ahLst/>
              <a:cxnLst/>
              <a:rect l="l" t="t" r="r" b="b"/>
              <a:pathLst>
                <a:path w="1321562" h="2709333">
                  <a:moveTo>
                    <a:pt x="0" y="0"/>
                  </a:moveTo>
                  <a:lnTo>
                    <a:pt x="1321562" y="0"/>
                  </a:lnTo>
                  <a:lnTo>
                    <a:pt x="1321562" y="2709333"/>
                  </a:lnTo>
                  <a:lnTo>
                    <a:pt x="0" y="2709333"/>
                  </a:lnTo>
                  <a:close/>
                </a:path>
              </a:pathLst>
            </a:custGeom>
            <a:grpFill/>
          </p:spPr>
        </p:sp>
        <p:sp>
          <p:nvSpPr>
            <p:cNvPr id="9" name="TextBox 4">
              <a:extLst>
                <a:ext uri="{FF2B5EF4-FFF2-40B4-BE49-F238E27FC236}">
                  <a16:creationId xmlns:a16="http://schemas.microsoft.com/office/drawing/2014/main" id="{51BF87C4-4052-0BB4-9860-B4D57157B4E8}"/>
                </a:ext>
              </a:extLst>
            </p:cNvPr>
            <p:cNvSpPr txBox="1"/>
            <p:nvPr/>
          </p:nvSpPr>
          <p:spPr>
            <a:xfrm>
              <a:off x="0" y="-47625"/>
              <a:ext cx="1321562" cy="2756958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9"/>
                </a:lnSpc>
              </a:pPr>
              <a:endParaRPr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DEC704E-0FAF-0265-4B1D-424377B87B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199" y="365125"/>
            <a:ext cx="4601705" cy="1325563"/>
          </a:xfrm>
        </p:spPr>
        <p:txBody>
          <a:bodyPr>
            <a:noAutofit/>
          </a:bodyPr>
          <a:lstStyle>
            <a:lvl1pPr>
              <a:defRPr sz="3600">
                <a:solidFill>
                  <a:schemeClr val="accent1"/>
                </a:solidFill>
                <a:latin typeface="Aharoni" panose="02010803020104030203" pitchFamily="2" charset="-79"/>
                <a:cs typeface="Aharoni" panose="02010803020104030203" pitchFamily="2" charset="-79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E41CE5-EA1B-DFAB-544F-9AD0A9B343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523081"/>
            <a:ext cx="5448946" cy="5811838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1pPr>
            <a:lvl2pPr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2pPr>
            <a:lvl3pPr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3pPr>
            <a:lvl4pPr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4pPr>
            <a:lvl5pPr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25562F7F-66DF-3DD7-3349-48BF61475B2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38199" y="2180915"/>
            <a:ext cx="4540250" cy="1782763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1634272D-A4A0-D639-9B87-E53F0BB24F8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38199" y="4453905"/>
            <a:ext cx="4540250" cy="1782763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40752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2">
            <a:extLst>
              <a:ext uri="{FF2B5EF4-FFF2-40B4-BE49-F238E27FC236}">
                <a16:creationId xmlns:a16="http://schemas.microsoft.com/office/drawing/2014/main" id="{695D3AA7-FB7D-4292-0AD3-DEFA96EDE160}"/>
              </a:ext>
            </a:extLst>
          </p:cNvPr>
          <p:cNvGrpSpPr/>
          <p:nvPr userDrawn="1"/>
        </p:nvGrpSpPr>
        <p:grpSpPr>
          <a:xfrm>
            <a:off x="-108488" y="4339524"/>
            <a:ext cx="12300488" cy="2518475"/>
            <a:chOff x="0" y="0"/>
            <a:chExt cx="4816593" cy="1192858"/>
          </a:xfrm>
          <a:solidFill>
            <a:schemeClr val="bg2"/>
          </a:solidFill>
        </p:grpSpPr>
        <p:sp>
          <p:nvSpPr>
            <p:cNvPr id="9" name="Freeform 3">
              <a:extLst>
                <a:ext uri="{FF2B5EF4-FFF2-40B4-BE49-F238E27FC236}">
                  <a16:creationId xmlns:a16="http://schemas.microsoft.com/office/drawing/2014/main" id="{8E8AE2FD-0B64-EDE8-7354-51CAFEFDD94B}"/>
                </a:ext>
              </a:extLst>
            </p:cNvPr>
            <p:cNvSpPr/>
            <p:nvPr/>
          </p:nvSpPr>
          <p:spPr>
            <a:xfrm>
              <a:off x="0" y="0"/>
              <a:ext cx="4816592" cy="1192858"/>
            </a:xfrm>
            <a:custGeom>
              <a:avLst/>
              <a:gdLst/>
              <a:ahLst/>
              <a:cxnLst/>
              <a:rect l="l" t="t" r="r" b="b"/>
              <a:pathLst>
                <a:path w="4816592" h="1192858">
                  <a:moveTo>
                    <a:pt x="0" y="0"/>
                  </a:moveTo>
                  <a:lnTo>
                    <a:pt x="4816592" y="0"/>
                  </a:lnTo>
                  <a:lnTo>
                    <a:pt x="4816592" y="1192858"/>
                  </a:lnTo>
                  <a:lnTo>
                    <a:pt x="0" y="1192858"/>
                  </a:lnTo>
                  <a:close/>
                </a:path>
              </a:pathLst>
            </a:custGeom>
            <a:grpFill/>
          </p:spPr>
        </p:sp>
        <p:sp>
          <p:nvSpPr>
            <p:cNvPr id="10" name="TextBox 4">
              <a:extLst>
                <a:ext uri="{FF2B5EF4-FFF2-40B4-BE49-F238E27FC236}">
                  <a16:creationId xmlns:a16="http://schemas.microsoft.com/office/drawing/2014/main" id="{08EBE189-5D80-5E56-1FB9-243E324578A0}"/>
                </a:ext>
              </a:extLst>
            </p:cNvPr>
            <p:cNvSpPr txBox="1"/>
            <p:nvPr/>
          </p:nvSpPr>
          <p:spPr>
            <a:xfrm>
              <a:off x="0" y="-47625"/>
              <a:ext cx="4816593" cy="124048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9"/>
                </a:lnSpc>
              </a:pPr>
              <a:endParaRPr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500BAC6-B83E-8DCD-35FF-2E04832296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15919" y="365125"/>
            <a:ext cx="6037881" cy="1325563"/>
          </a:xfrm>
          <a:solidFill>
            <a:schemeClr val="accent1"/>
          </a:solidFill>
        </p:spPr>
        <p:txBody>
          <a:bodyPr>
            <a:normAutofit/>
          </a:bodyPr>
          <a:lstStyle>
            <a:lvl1pPr>
              <a:defRPr sz="4000" b="1" i="0">
                <a:solidFill>
                  <a:schemeClr val="bg1"/>
                </a:solidFill>
                <a:latin typeface="Gill Sans MT" panose="020B0502020104020203" pitchFamily="34" charset="77"/>
                <a:cs typeface="Aharoni" panose="02010803020104030203" pitchFamily="2" charset="-79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14EDD2-BB0D-A00F-2FD8-A24995B2B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315919" y="1825625"/>
            <a:ext cx="6037881" cy="2413349"/>
          </a:xfrm>
        </p:spPr>
        <p:txBody>
          <a:bodyPr/>
          <a:lstStyle>
            <a:lvl1pPr>
              <a:defRPr>
                <a:latin typeface="Gill Sans MT" panose="020B0502020104020203" pitchFamily="34" charset="77"/>
              </a:defRPr>
            </a:lvl1pPr>
            <a:lvl2pPr>
              <a:defRPr>
                <a:latin typeface="Gill Sans MT" panose="020B0502020104020203" pitchFamily="34" charset="77"/>
              </a:defRPr>
            </a:lvl2pPr>
            <a:lvl3pPr>
              <a:defRPr>
                <a:latin typeface="Gill Sans MT" panose="020B0502020104020203" pitchFamily="34" charset="77"/>
              </a:defRPr>
            </a:lvl3pPr>
            <a:lvl4pPr>
              <a:defRPr>
                <a:latin typeface="Gill Sans MT" panose="020B0502020104020203" pitchFamily="34" charset="77"/>
              </a:defRPr>
            </a:lvl4pPr>
            <a:lvl5pPr>
              <a:defRPr>
                <a:latin typeface="Gill Sans MT" panose="020B0502020104020203" pitchFamily="34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CE4DFF-5CA4-382A-075F-36EEAD5E28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315919" y="4373911"/>
            <a:ext cx="6037881" cy="2278412"/>
          </a:xfrm>
        </p:spPr>
        <p:txBody>
          <a:bodyPr/>
          <a:lstStyle>
            <a:lvl1pPr>
              <a:defRPr>
                <a:latin typeface="Gill Sans MT" panose="020B0502020104020203" pitchFamily="34" charset="77"/>
              </a:defRPr>
            </a:lvl1pPr>
            <a:lvl2pPr>
              <a:defRPr>
                <a:latin typeface="Gill Sans MT" panose="020B0502020104020203" pitchFamily="34" charset="77"/>
              </a:defRPr>
            </a:lvl2pPr>
            <a:lvl3pPr>
              <a:defRPr>
                <a:latin typeface="Gill Sans MT" panose="020B0502020104020203" pitchFamily="34" charset="77"/>
              </a:defRPr>
            </a:lvl3pPr>
            <a:lvl4pPr>
              <a:defRPr>
                <a:latin typeface="Gill Sans MT" panose="020B0502020104020203" pitchFamily="34" charset="77"/>
              </a:defRPr>
            </a:lvl4pPr>
            <a:lvl5pPr>
              <a:defRPr>
                <a:latin typeface="Gill Sans MT" panose="020B0502020104020203" pitchFamily="34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Picture Placeholder 4">
            <a:extLst>
              <a:ext uri="{FF2B5EF4-FFF2-40B4-BE49-F238E27FC236}">
                <a16:creationId xmlns:a16="http://schemas.microsoft.com/office/drawing/2014/main" id="{2BA93BF3-F2D7-A136-85FA-140578AFA4E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43084" y="365125"/>
            <a:ext cx="4540250" cy="5811837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9B97787C-013B-9C58-AB27-D5C56512079A}"/>
              </a:ext>
            </a:extLst>
          </p:cNvPr>
          <p:cNvSpPr/>
          <p:nvPr userDrawn="1"/>
        </p:nvSpPr>
        <p:spPr>
          <a:xfrm>
            <a:off x="-548146" y="6418344"/>
            <a:ext cx="879309" cy="879309"/>
          </a:xfrm>
          <a:custGeom>
            <a:avLst/>
            <a:gdLst/>
            <a:ahLst/>
            <a:cxnLst/>
            <a:rect l="l" t="t" r="r" b="b"/>
            <a:pathLst>
              <a:path w="1621594" h="1621594">
                <a:moveTo>
                  <a:pt x="0" y="0"/>
                </a:moveTo>
                <a:lnTo>
                  <a:pt x="1621594" y="0"/>
                </a:lnTo>
                <a:lnTo>
                  <a:pt x="1621594" y="1621593"/>
                </a:lnTo>
                <a:lnTo>
                  <a:pt x="0" y="16215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36766630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7D572B2-2579-C934-8471-0E228785E4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654AD1-0042-9DAC-E467-F3AAD6556D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042C67-6E0A-E036-5DEF-CBF56651D1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9A6BC9-2F17-4644-8BAF-C8380839D32A}" type="datetimeFigureOut">
              <a:rPr lang="en-US" smtClean="0"/>
              <a:t>8/27/25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C1351A-0A5A-A73E-384C-3A1744FC1E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5BD997-0963-C69F-A3C3-E78E18AC68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D50487-239F-9443-BCF2-594FF8C340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28809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5" r:id="rId6"/>
    <p:sldLayoutId id="2147483661" r:id="rId7"/>
    <p:sldLayoutId id="2147483660" r:id="rId8"/>
    <p:sldLayoutId id="2147483656" r:id="rId9"/>
    <p:sldLayoutId id="2147483657" r:id="rId10"/>
    <p:sldLayoutId id="2147483658" r:id="rId11"/>
    <p:sldLayoutId id="2147483659" r:id="rId12"/>
    <p:sldLayoutId id="2147483662" r:id="rId13"/>
    <p:sldLayoutId id="2147483663" r:id="rId14"/>
    <p:sldLayoutId id="2147483664" r:id="rId15"/>
    <p:sldLayoutId id="2147483665" r:id="rId16"/>
    <p:sldLayoutId id="2147483666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9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jpg"/><Relationship Id="rId3" Type="http://schemas.openxmlformats.org/officeDocument/2006/relationships/hyperlink" Target="https://stackoverflow.com/questions/23187539/java-balanced-expressions-check/42175007" TargetMode="External"/><Relationship Id="rId7" Type="http://schemas.openxmlformats.org/officeDocument/2006/relationships/hyperlink" Target="https://creativecommons.org/licenses/by-nc-sa/3.0/" TargetMode="External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computersciencewiki.org/index.php/System_diagramming" TargetMode="External"/><Relationship Id="rId5" Type="http://schemas.openxmlformats.org/officeDocument/2006/relationships/image" Target="../media/image20.png"/><Relationship Id="rId4" Type="http://schemas.openxmlformats.org/officeDocument/2006/relationships/hyperlink" Target="https://creativecommons.org/licenses/by-sa/3.0/" TargetMode="External"/><Relationship Id="rId9" Type="http://schemas.openxmlformats.org/officeDocument/2006/relationships/hyperlink" Target="https://picryl.com/media/map-from-a-descriptive-and-historical-view-of-alnwick-and-of-alnwick-castle-bba5e9" TargetMode="Externa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8.jpeg"/><Relationship Id="rId4" Type="http://schemas.openxmlformats.org/officeDocument/2006/relationships/image" Target="../media/image27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DB2B2-1420-2CD0-16A9-74EE8DE30A0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COMPUTATIONAL THINKING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A4DE58-F161-772C-BD5E-1FF653B486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68638" y="4630129"/>
            <a:ext cx="5773610" cy="718073"/>
          </a:xfrm>
        </p:spPr>
        <p:txBody>
          <a:bodyPr>
            <a:normAutofit/>
          </a:bodyPr>
          <a:lstStyle/>
          <a:p>
            <a:r>
              <a:rPr lang="en-US" dirty="0"/>
              <a:t>RL117 – DASAR PEMROGRAMAN</a:t>
            </a:r>
          </a:p>
        </p:txBody>
      </p:sp>
    </p:spTree>
    <p:extLst>
      <p:ext uri="{BB962C8B-B14F-4D97-AF65-F5344CB8AC3E}">
        <p14:creationId xmlns:p14="http://schemas.microsoft.com/office/powerpoint/2010/main" val="18146327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831D08B-105C-C650-30EC-F1BBF29FAB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151723"/>
            <a:ext cx="4712676" cy="2442312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chemeClr val="accent1"/>
                </a:solidFill>
              </a:rPr>
              <a:t>PERMASALAHAN SEHARI-HARI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0506266-F19D-C146-F3C7-F03DFA619ED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D" dirty="0" err="1">
                <a:solidFill>
                  <a:srgbClr val="000000"/>
                </a:solidFill>
                <a:latin typeface="-webkit-standard"/>
              </a:rPr>
              <a:t>M</a:t>
            </a:r>
            <a:r>
              <a:rPr lang="en-ID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encari</a:t>
            </a:r>
            <a:r>
              <a:rPr lang="en-ID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n-ID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rute</a:t>
            </a:r>
            <a:r>
              <a:rPr lang="en-ID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n-ID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tercepat</a:t>
            </a:r>
            <a:r>
              <a:rPr lang="en-ID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n-ID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ke</a:t>
            </a:r>
            <a:r>
              <a:rPr lang="en-ID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n-ID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kampus</a:t>
            </a:r>
            <a:r>
              <a:rPr lang="en-ID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n-ID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saat</a:t>
            </a:r>
            <a:r>
              <a:rPr lang="en-ID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n-ID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macet</a:t>
            </a:r>
            <a:endParaRPr lang="en-ID" b="0" i="0" u="none" strike="noStrike" dirty="0">
              <a:solidFill>
                <a:srgbClr val="000000"/>
              </a:solidFill>
              <a:effectLst/>
              <a:latin typeface="-webkit-standard"/>
            </a:endParaRPr>
          </a:p>
          <a:p>
            <a:pPr marL="0" indent="0">
              <a:buNone/>
            </a:pPr>
            <a:endParaRPr lang="en-ID" dirty="0">
              <a:solidFill>
                <a:srgbClr val="000000"/>
              </a:solidFill>
              <a:latin typeface="-webkit-standard"/>
            </a:endParaRPr>
          </a:p>
          <a:p>
            <a:r>
              <a:rPr lang="en-ID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Mengatur</a:t>
            </a:r>
            <a:r>
              <a:rPr lang="en-ID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n-ID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keuangan</a:t>
            </a:r>
            <a:r>
              <a:rPr lang="en-ID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n-ID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bulanan</a:t>
            </a:r>
            <a:r>
              <a:rPr lang="en-ID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n-ID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supaya</a:t>
            </a:r>
            <a:r>
              <a:rPr lang="en-ID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n-ID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tetap</a:t>
            </a:r>
            <a:r>
              <a:rPr lang="en-ID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n-ID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cukup</a:t>
            </a:r>
            <a:r>
              <a:rPr lang="en-ID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n-ID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sampai</a:t>
            </a:r>
            <a:r>
              <a:rPr lang="en-ID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n-ID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akhir</a:t>
            </a:r>
            <a:r>
              <a:rPr lang="en-ID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n-ID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bulan</a:t>
            </a:r>
            <a:r>
              <a:rPr lang="en-ID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64635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7939DED-45EA-3E1E-5B86-DB6447D74C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COMPUTATIONAL THINKING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CC0979E-4002-D02F-ADD6-5FD21CEBD0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D" i="0" u="none" strike="noStrike" dirty="0" err="1">
                <a:solidFill>
                  <a:srgbClr val="000000"/>
                </a:solidFill>
                <a:effectLst/>
              </a:rPr>
              <a:t>Kemampuan</a:t>
            </a:r>
            <a:r>
              <a:rPr lang="en-ID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n-ID" i="0" u="none" strike="noStrike" dirty="0" err="1">
                <a:solidFill>
                  <a:srgbClr val="000000"/>
                </a:solidFill>
                <a:effectLst/>
              </a:rPr>
              <a:t>berpikir</a:t>
            </a:r>
            <a:r>
              <a:rPr lang="en-ID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n-ID" i="0" u="none" strike="noStrike" dirty="0" err="1">
                <a:solidFill>
                  <a:srgbClr val="000000"/>
                </a:solidFill>
                <a:effectLst/>
              </a:rPr>
              <a:t>logis</a:t>
            </a:r>
            <a:r>
              <a:rPr lang="en-ID" i="0" u="none" strike="noStrike" dirty="0">
                <a:solidFill>
                  <a:srgbClr val="000000"/>
                </a:solidFill>
                <a:effectLst/>
              </a:rPr>
              <a:t> dan </a:t>
            </a:r>
            <a:r>
              <a:rPr lang="en-ID" i="0" u="none" strike="noStrike" dirty="0" err="1">
                <a:solidFill>
                  <a:srgbClr val="000000"/>
                </a:solidFill>
                <a:effectLst/>
              </a:rPr>
              <a:t>sistematis</a:t>
            </a:r>
            <a:r>
              <a:rPr lang="en-ID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n-ID" i="0" u="none" strike="noStrike" dirty="0" err="1">
                <a:solidFill>
                  <a:srgbClr val="000000"/>
                </a:solidFill>
                <a:effectLst/>
              </a:rPr>
              <a:t>dalam</a:t>
            </a:r>
            <a:r>
              <a:rPr lang="en-ID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n-ID" i="0" u="none" strike="noStrike" dirty="0" err="1">
                <a:solidFill>
                  <a:srgbClr val="000000"/>
                </a:solidFill>
                <a:effectLst/>
              </a:rPr>
              <a:t>memecahkan</a:t>
            </a:r>
            <a:r>
              <a:rPr lang="en-ID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n-ID" i="0" u="none" strike="noStrike" dirty="0" err="1">
                <a:solidFill>
                  <a:srgbClr val="000000"/>
                </a:solidFill>
                <a:effectLst/>
              </a:rPr>
              <a:t>masalah</a:t>
            </a:r>
            <a:r>
              <a:rPr lang="en-ID" i="0" u="none" strike="noStrike" dirty="0">
                <a:solidFill>
                  <a:srgbClr val="000000"/>
                </a:solidFill>
                <a:effectLst/>
              </a:rPr>
              <a:t> </a:t>
            </a:r>
            <a:r>
              <a:rPr lang="en-ID" i="0" u="none" strike="noStrike" dirty="0" err="1">
                <a:solidFill>
                  <a:srgbClr val="000000"/>
                </a:solidFill>
                <a:effectLst/>
              </a:rPr>
              <a:t>dengan</a:t>
            </a:r>
            <a:r>
              <a:rPr lang="en-ID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n-ID" i="0" u="none" strike="noStrike" dirty="0" err="1">
                <a:solidFill>
                  <a:srgbClr val="000000"/>
                </a:solidFill>
                <a:effectLst/>
              </a:rPr>
              <a:t>cara</a:t>
            </a:r>
            <a:r>
              <a:rPr lang="en-ID" i="0" u="none" strike="noStrike" dirty="0">
                <a:solidFill>
                  <a:srgbClr val="000000"/>
                </a:solidFill>
                <a:effectLst/>
              </a:rPr>
              <a:t> </a:t>
            </a:r>
            <a:r>
              <a:rPr lang="en-ID" i="0" u="none" strike="noStrike" dirty="0" err="1">
                <a:solidFill>
                  <a:srgbClr val="000000"/>
                </a:solidFill>
                <a:effectLst/>
              </a:rPr>
              <a:t>merancang</a:t>
            </a:r>
            <a:r>
              <a:rPr lang="en-ID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n-ID" i="0" u="none" strike="noStrike" dirty="0" err="1">
                <a:solidFill>
                  <a:srgbClr val="000000"/>
                </a:solidFill>
                <a:effectLst/>
              </a:rPr>
              <a:t>langkah-langkah</a:t>
            </a:r>
            <a:r>
              <a:rPr lang="en-ID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n-ID" i="0" u="none" strike="noStrike" dirty="0" err="1">
                <a:solidFill>
                  <a:srgbClr val="000000"/>
                </a:solidFill>
                <a:effectLst/>
              </a:rPr>
              <a:t>penyelesaian</a:t>
            </a:r>
            <a:r>
              <a:rPr lang="en-ID" i="0" u="none" strike="noStrike" dirty="0">
                <a:solidFill>
                  <a:srgbClr val="000000"/>
                </a:solidFill>
                <a:effectLst/>
              </a:rPr>
              <a:t> yang </a:t>
            </a:r>
            <a:r>
              <a:rPr lang="en-ID" i="0" u="none" strike="noStrike" dirty="0" err="1">
                <a:solidFill>
                  <a:srgbClr val="000000"/>
                </a:solidFill>
                <a:effectLst/>
              </a:rPr>
              <a:t>efektif</a:t>
            </a:r>
            <a:r>
              <a:rPr lang="en-ID" i="0" u="none" strike="noStrike" dirty="0">
                <a:solidFill>
                  <a:srgbClr val="000000"/>
                </a:solidFill>
                <a:effectLst/>
              </a:rPr>
              <a:t>, </a:t>
            </a:r>
            <a:r>
              <a:rPr lang="en-ID" i="0" u="none" strike="noStrike" dirty="0" err="1">
                <a:solidFill>
                  <a:srgbClr val="000000"/>
                </a:solidFill>
                <a:effectLst/>
              </a:rPr>
              <a:t>efisien</a:t>
            </a:r>
            <a:r>
              <a:rPr lang="en-ID" i="0" u="none" strike="noStrike" dirty="0">
                <a:solidFill>
                  <a:srgbClr val="000000"/>
                </a:solidFill>
                <a:effectLst/>
              </a:rPr>
              <a:t>, dan optimal. Proses </a:t>
            </a:r>
            <a:r>
              <a:rPr lang="en-ID" i="0" u="none" strike="noStrike" dirty="0" err="1">
                <a:solidFill>
                  <a:srgbClr val="000000"/>
                </a:solidFill>
                <a:effectLst/>
              </a:rPr>
              <a:t>berpikir</a:t>
            </a:r>
            <a:r>
              <a:rPr lang="en-ID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n-ID" i="0" u="none" strike="noStrike" dirty="0" err="1">
                <a:solidFill>
                  <a:srgbClr val="000000"/>
                </a:solidFill>
                <a:effectLst/>
              </a:rPr>
              <a:t>ini</a:t>
            </a:r>
            <a:r>
              <a:rPr lang="en-ID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n-ID" i="0" u="none" strike="noStrike" dirty="0" err="1">
                <a:solidFill>
                  <a:srgbClr val="000000"/>
                </a:solidFill>
                <a:effectLst/>
              </a:rPr>
              <a:t>dilakukan</a:t>
            </a:r>
            <a:r>
              <a:rPr lang="en-ID" i="0" u="none" strike="noStrike" dirty="0">
                <a:solidFill>
                  <a:srgbClr val="000000"/>
                </a:solidFill>
                <a:effectLst/>
              </a:rPr>
              <a:t> oleh </a:t>
            </a:r>
            <a:r>
              <a:rPr lang="en-ID" i="0" u="none" strike="noStrike" dirty="0" err="1">
                <a:solidFill>
                  <a:srgbClr val="000000"/>
                </a:solidFill>
                <a:effectLst/>
              </a:rPr>
              <a:t>manusia</a:t>
            </a:r>
            <a:r>
              <a:rPr lang="en-ID" i="0" u="none" strike="noStrike" dirty="0">
                <a:solidFill>
                  <a:srgbClr val="000000"/>
                </a:solidFill>
                <a:effectLst/>
              </a:rPr>
              <a:t>, </a:t>
            </a:r>
            <a:r>
              <a:rPr lang="en-ID" i="0" u="none" strike="noStrike" dirty="0" err="1">
                <a:solidFill>
                  <a:srgbClr val="000000"/>
                </a:solidFill>
                <a:effectLst/>
              </a:rPr>
              <a:t>tetapi</a:t>
            </a:r>
            <a:r>
              <a:rPr lang="en-ID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n-ID" i="0" u="none" strike="noStrike" dirty="0" err="1">
                <a:solidFill>
                  <a:srgbClr val="000000"/>
                </a:solidFill>
                <a:effectLst/>
              </a:rPr>
              <a:t>terinspirasi</a:t>
            </a:r>
            <a:r>
              <a:rPr lang="en-ID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n-ID" i="0" u="none" strike="noStrike" dirty="0" err="1">
                <a:solidFill>
                  <a:srgbClr val="000000"/>
                </a:solidFill>
                <a:effectLst/>
              </a:rPr>
              <a:t>dari</a:t>
            </a:r>
            <a:r>
              <a:rPr lang="en-ID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n-ID" i="0" u="none" strike="noStrike" dirty="0" err="1">
                <a:solidFill>
                  <a:srgbClr val="000000"/>
                </a:solidFill>
                <a:effectLst/>
              </a:rPr>
              <a:t>cara</a:t>
            </a:r>
            <a:r>
              <a:rPr lang="en-ID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n-ID" i="0" u="none" strike="noStrike" dirty="0" err="1">
                <a:solidFill>
                  <a:srgbClr val="000000"/>
                </a:solidFill>
                <a:effectLst/>
              </a:rPr>
              <a:t>kerja</a:t>
            </a:r>
            <a:r>
              <a:rPr lang="en-ID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n-ID" i="0" u="none" strike="noStrike" dirty="0" err="1">
                <a:solidFill>
                  <a:srgbClr val="000000"/>
                </a:solidFill>
                <a:effectLst/>
              </a:rPr>
              <a:t>komputer</a:t>
            </a:r>
            <a:r>
              <a:rPr lang="en-ID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n-ID" i="0" u="none" strike="noStrike" dirty="0" err="1">
                <a:solidFill>
                  <a:srgbClr val="000000"/>
                </a:solidFill>
                <a:effectLst/>
              </a:rPr>
              <a:t>dalam</a:t>
            </a:r>
            <a:r>
              <a:rPr lang="en-ID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n-ID" i="0" u="none" strike="noStrike" dirty="0" err="1">
                <a:solidFill>
                  <a:srgbClr val="000000"/>
                </a:solidFill>
                <a:effectLst/>
              </a:rPr>
              <a:t>mengolah</a:t>
            </a:r>
            <a:r>
              <a:rPr lang="en-ID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n-ID" i="0" u="none" strike="noStrike" dirty="0" err="1">
                <a:solidFill>
                  <a:srgbClr val="000000"/>
                </a:solidFill>
                <a:effectLst/>
              </a:rPr>
              <a:t>informasi</a:t>
            </a:r>
            <a:r>
              <a:rPr lang="en-ID" i="0" u="none" strike="noStrike" dirty="0">
                <a:solidFill>
                  <a:srgbClr val="000000"/>
                </a:solidFill>
                <a:effectLst/>
              </a:rPr>
              <a:t>.</a:t>
            </a:r>
          </a:p>
          <a:p>
            <a:pPr algn="just"/>
            <a:r>
              <a:rPr lang="en-ID" i="0" u="none" strike="noStrike" dirty="0" err="1">
                <a:solidFill>
                  <a:srgbClr val="000000"/>
                </a:solidFill>
                <a:effectLst/>
              </a:rPr>
              <a:t>Landasan</a:t>
            </a:r>
            <a:r>
              <a:rPr lang="en-ID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n-ID" i="0" u="none" strike="noStrike" dirty="0" err="1">
                <a:solidFill>
                  <a:srgbClr val="000000"/>
                </a:solidFill>
                <a:effectLst/>
              </a:rPr>
              <a:t>penting</a:t>
            </a:r>
            <a:r>
              <a:rPr lang="en-ID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n-ID" i="0" u="none" strike="noStrike" dirty="0" err="1">
                <a:solidFill>
                  <a:srgbClr val="000000"/>
                </a:solidFill>
                <a:effectLst/>
              </a:rPr>
              <a:t>dalam</a:t>
            </a:r>
            <a:r>
              <a:rPr lang="en-ID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n-ID" i="0" u="none" strike="noStrike" dirty="0" err="1">
                <a:solidFill>
                  <a:srgbClr val="000000"/>
                </a:solidFill>
                <a:effectLst/>
              </a:rPr>
              <a:t>pemrograman</a:t>
            </a:r>
            <a:r>
              <a:rPr lang="en-ID" i="0" u="none" strike="noStrike" dirty="0">
                <a:solidFill>
                  <a:srgbClr val="000000"/>
                </a:solidFill>
                <a:effectLst/>
              </a:rPr>
              <a:t>, </a:t>
            </a:r>
            <a:r>
              <a:rPr lang="en-ID" i="0" u="none" strike="noStrike" dirty="0" err="1">
                <a:solidFill>
                  <a:srgbClr val="000000"/>
                </a:solidFill>
                <a:effectLst/>
              </a:rPr>
              <a:t>karena</a:t>
            </a:r>
            <a:r>
              <a:rPr lang="en-ID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n-ID" i="0" u="none" strike="noStrike" dirty="0" err="1">
                <a:solidFill>
                  <a:srgbClr val="000000"/>
                </a:solidFill>
                <a:effectLst/>
              </a:rPr>
              <a:t>membantu</a:t>
            </a:r>
            <a:r>
              <a:rPr lang="en-ID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n-ID" i="0" u="none" strike="noStrike" dirty="0" err="1">
                <a:solidFill>
                  <a:srgbClr val="000000"/>
                </a:solidFill>
                <a:effectLst/>
              </a:rPr>
              <a:t>seseorang</a:t>
            </a:r>
            <a:r>
              <a:rPr lang="en-ID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n-ID" i="0" u="none" strike="noStrike" dirty="0" err="1">
                <a:solidFill>
                  <a:srgbClr val="000000"/>
                </a:solidFill>
                <a:effectLst/>
              </a:rPr>
              <a:t>mengubah</a:t>
            </a:r>
            <a:r>
              <a:rPr lang="en-ID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n-ID" i="0" u="none" strike="noStrike" dirty="0" err="1">
                <a:solidFill>
                  <a:srgbClr val="000000"/>
                </a:solidFill>
                <a:effectLst/>
              </a:rPr>
              <a:t>permasalahan</a:t>
            </a:r>
            <a:r>
              <a:rPr lang="en-ID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n-ID" i="0" u="none" strike="noStrike" dirty="0" err="1">
                <a:solidFill>
                  <a:srgbClr val="000000"/>
                </a:solidFill>
                <a:effectLst/>
              </a:rPr>
              <a:t>nyata</a:t>
            </a:r>
            <a:r>
              <a:rPr lang="en-ID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n-ID" i="0" u="none" strike="noStrike" dirty="0" err="1">
                <a:solidFill>
                  <a:srgbClr val="000000"/>
                </a:solidFill>
                <a:effectLst/>
              </a:rPr>
              <a:t>menjadi</a:t>
            </a:r>
            <a:r>
              <a:rPr lang="en-ID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n-ID" i="0" u="none" strike="noStrike" dirty="0" err="1">
                <a:solidFill>
                  <a:srgbClr val="000000"/>
                </a:solidFill>
                <a:effectLst/>
              </a:rPr>
              <a:t>serangkaian</a:t>
            </a:r>
            <a:r>
              <a:rPr lang="en-ID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n-ID" i="0" u="none" strike="noStrike" dirty="0" err="1">
                <a:solidFill>
                  <a:srgbClr val="000000"/>
                </a:solidFill>
                <a:effectLst/>
              </a:rPr>
              <a:t>instruksi</a:t>
            </a:r>
            <a:r>
              <a:rPr lang="en-ID" i="0" u="none" strike="noStrike" dirty="0">
                <a:solidFill>
                  <a:srgbClr val="000000"/>
                </a:solidFill>
                <a:effectLst/>
              </a:rPr>
              <a:t> yang </a:t>
            </a:r>
            <a:r>
              <a:rPr lang="en-ID" i="0" u="none" strike="noStrike" dirty="0" err="1">
                <a:solidFill>
                  <a:srgbClr val="000000"/>
                </a:solidFill>
                <a:effectLst/>
              </a:rPr>
              <a:t>dapat</a:t>
            </a:r>
            <a:r>
              <a:rPr lang="en-ID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n-ID" i="0" u="none" strike="noStrike" dirty="0" err="1">
                <a:solidFill>
                  <a:srgbClr val="000000"/>
                </a:solidFill>
                <a:effectLst/>
              </a:rPr>
              <a:t>dijalankan</a:t>
            </a:r>
            <a:r>
              <a:rPr lang="en-ID" i="0" u="none" strike="noStrike" dirty="0">
                <a:solidFill>
                  <a:srgbClr val="000000"/>
                </a:solidFill>
                <a:effectLst/>
              </a:rPr>
              <a:t> oleh </a:t>
            </a:r>
            <a:r>
              <a:rPr lang="en-ID" i="0" u="none" strike="noStrike" dirty="0" err="1">
                <a:solidFill>
                  <a:srgbClr val="000000"/>
                </a:solidFill>
                <a:effectLst/>
              </a:rPr>
              <a:t>komputer</a:t>
            </a:r>
            <a:r>
              <a:rPr lang="en-ID" i="0" u="none" strike="noStrike" dirty="0">
                <a:solidFill>
                  <a:srgbClr val="000000"/>
                </a:solidFill>
                <a:effectLst/>
              </a:rPr>
              <a:t>.</a:t>
            </a: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04855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4CA73-E6E4-E2CE-AA5F-184921CCB5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APAKAH PENTING?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C53F622-E189-E42F-192E-7514511D57F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63098859"/>
              </p:ext>
            </p:extLst>
          </p:nvPr>
        </p:nvGraphicFramePr>
        <p:xfrm>
          <a:off x="3132921" y="1825625"/>
          <a:ext cx="5926157" cy="42777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28A4CE4-F3B8-1F06-5805-4E62B5EDDAD7}"/>
              </a:ext>
            </a:extLst>
          </p:cNvPr>
          <p:cNvCxnSpPr/>
          <p:nvPr/>
        </p:nvCxnSpPr>
        <p:spPr>
          <a:xfrm>
            <a:off x="9551624" y="1949986"/>
            <a:ext cx="0" cy="1817783"/>
          </a:xfrm>
          <a:prstGeom prst="straightConnector1">
            <a:avLst/>
          </a:prstGeom>
          <a:ln w="762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73D9A60-FE64-BB9E-2586-D584E7C52562}"/>
              </a:ext>
            </a:extLst>
          </p:cNvPr>
          <p:cNvCxnSpPr/>
          <p:nvPr/>
        </p:nvCxnSpPr>
        <p:spPr>
          <a:xfrm>
            <a:off x="2587128" y="4193809"/>
            <a:ext cx="0" cy="1817783"/>
          </a:xfrm>
          <a:prstGeom prst="straightConnector1">
            <a:avLst/>
          </a:prstGeom>
          <a:ln w="76200">
            <a:solidFill>
              <a:schemeClr val="tx2">
                <a:lumMod val="60000"/>
                <a:lumOff val="4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F5CAB50A-E86E-EB36-7720-F3DCF0928B31}"/>
              </a:ext>
            </a:extLst>
          </p:cNvPr>
          <p:cNvSpPr txBox="1"/>
          <p:nvPr/>
        </p:nvSpPr>
        <p:spPr>
          <a:xfrm>
            <a:off x="9819700" y="2566489"/>
            <a:ext cx="14872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1"/>
                </a:solidFill>
                <a:latin typeface="Gill Sans MT" panose="020B0502020104020203" pitchFamily="34" charset="77"/>
              </a:rPr>
              <a:t>HOTS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BE83272-CCEA-AA6D-CC44-BEC26139C976}"/>
              </a:ext>
            </a:extLst>
          </p:cNvPr>
          <p:cNvSpPr txBox="1"/>
          <p:nvPr/>
        </p:nvSpPr>
        <p:spPr>
          <a:xfrm>
            <a:off x="826957" y="4810312"/>
            <a:ext cx="14872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Gill Sans MT" panose="020B0502020104020203" pitchFamily="34" charset="77"/>
              </a:rPr>
              <a:t>LOTS</a:t>
            </a:r>
          </a:p>
        </p:txBody>
      </p:sp>
    </p:spTree>
    <p:extLst>
      <p:ext uri="{BB962C8B-B14F-4D97-AF65-F5344CB8AC3E}">
        <p14:creationId xmlns:p14="http://schemas.microsoft.com/office/powerpoint/2010/main" val="22655482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E086DB-E5E6-9C4B-D683-210A2750F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CT Vs HOTS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DE0647-803F-365A-37BC-B2D97D99D3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/>
              <a:t>CT </a:t>
            </a:r>
            <a:r>
              <a:rPr lang="en-US" dirty="0" err="1"/>
              <a:t>melatih</a:t>
            </a:r>
            <a:r>
              <a:rPr lang="en-US" dirty="0"/>
              <a:t> </a:t>
            </a:r>
            <a:r>
              <a:rPr lang="en-US" dirty="0" err="1"/>
              <a:t>siswa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 </a:t>
            </a:r>
            <a:r>
              <a:rPr lang="en-US" dirty="0" err="1"/>
              <a:t>menganalisis</a:t>
            </a:r>
            <a:r>
              <a:rPr lang="en-US" dirty="0"/>
              <a:t> </a:t>
            </a:r>
            <a:r>
              <a:rPr lang="en-US" dirty="0" err="1"/>
              <a:t>masalah</a:t>
            </a:r>
            <a:r>
              <a:rPr lang="en-US" dirty="0"/>
              <a:t> , </a:t>
            </a:r>
            <a:r>
              <a:rPr lang="en-US" dirty="0" err="1"/>
              <a:t>mengevaluasi</a:t>
            </a:r>
            <a:r>
              <a:rPr lang="en-US" dirty="0"/>
              <a:t> </a:t>
            </a:r>
            <a:r>
              <a:rPr lang="en-US" dirty="0" err="1"/>
              <a:t>solusi</a:t>
            </a:r>
            <a:r>
              <a:rPr lang="en-US" dirty="0"/>
              <a:t>, dan </a:t>
            </a:r>
            <a:r>
              <a:rPr lang="en-US" dirty="0" err="1"/>
              <a:t>menciptakan</a:t>
            </a:r>
            <a:r>
              <a:rPr lang="en-US" dirty="0"/>
              <a:t> </a:t>
            </a:r>
            <a:r>
              <a:rPr lang="en-US" dirty="0" err="1"/>
              <a:t>solusi</a:t>
            </a:r>
            <a:r>
              <a:rPr lang="en-US" dirty="0"/>
              <a:t> </a:t>
            </a:r>
            <a:r>
              <a:rPr lang="en-US" dirty="0" err="1"/>
              <a:t>baru</a:t>
            </a:r>
            <a:r>
              <a:rPr lang="en-US" dirty="0"/>
              <a:t> </a:t>
            </a:r>
          </a:p>
          <a:p>
            <a:pPr>
              <a:lnSpc>
                <a:spcPct val="100000"/>
              </a:lnSpc>
            </a:pPr>
            <a:r>
              <a:rPr lang="en-US" dirty="0"/>
              <a:t>CT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memperkuat</a:t>
            </a:r>
            <a:r>
              <a:rPr lang="en-US" dirty="0"/>
              <a:t> HOTS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pembelajaran</a:t>
            </a:r>
            <a:r>
              <a:rPr lang="en-US" dirty="0"/>
              <a:t> </a:t>
            </a:r>
            <a:r>
              <a:rPr lang="en-US" dirty="0" err="1"/>
              <a:t>karena</a:t>
            </a:r>
            <a:r>
              <a:rPr lang="en-US" dirty="0"/>
              <a:t> </a:t>
            </a:r>
            <a:r>
              <a:rPr lang="en-US" dirty="0" err="1"/>
              <a:t>siswa</a:t>
            </a:r>
            <a:r>
              <a:rPr lang="en-US" dirty="0"/>
              <a:t>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hanya</a:t>
            </a:r>
            <a:r>
              <a:rPr lang="en-US" dirty="0"/>
              <a:t> </a:t>
            </a:r>
            <a:r>
              <a:rPr lang="en-US" dirty="0" err="1"/>
              <a:t>belajar</a:t>
            </a:r>
            <a:r>
              <a:rPr lang="en-US" dirty="0"/>
              <a:t> </a:t>
            </a:r>
            <a:r>
              <a:rPr lang="en-US" dirty="0" err="1"/>
              <a:t>teori</a:t>
            </a:r>
            <a:r>
              <a:rPr lang="en-US" dirty="0"/>
              <a:t>, </a:t>
            </a:r>
            <a:r>
              <a:rPr lang="en-US" dirty="0" err="1"/>
              <a:t>tetapi</a:t>
            </a:r>
            <a:r>
              <a:rPr lang="en-US" dirty="0"/>
              <a:t> juga </a:t>
            </a:r>
            <a:r>
              <a:rPr lang="en-US" dirty="0" err="1"/>
              <a:t>menerapkan</a:t>
            </a:r>
            <a:r>
              <a:rPr lang="en-US" dirty="0"/>
              <a:t> </a:t>
            </a:r>
            <a:r>
              <a:rPr lang="en-US" dirty="0" err="1"/>
              <a:t>logika</a:t>
            </a:r>
            <a:r>
              <a:rPr lang="en-US" dirty="0"/>
              <a:t> dan strategi 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memecahkan</a:t>
            </a:r>
            <a:r>
              <a:rPr lang="en-US" dirty="0"/>
              <a:t> </a:t>
            </a:r>
            <a:r>
              <a:rPr lang="en-US" dirty="0" err="1"/>
              <a:t>masalah</a:t>
            </a:r>
            <a:r>
              <a:rPr lang="en-US" dirty="0"/>
              <a:t> </a:t>
            </a:r>
            <a:r>
              <a:rPr lang="en-US" dirty="0" err="1"/>
              <a:t>kompleks</a:t>
            </a:r>
            <a:endParaRPr lang="en-US" dirty="0"/>
          </a:p>
          <a:p>
            <a:pPr>
              <a:lnSpc>
                <a:spcPct val="10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17895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33B3E-0652-BBE6-C9F8-8567E88CAD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PRINSIP COMPUTATIONAL THINKING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9468CB8-1A98-7CB6-0E2B-28549F6FC2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Decomposition (</a:t>
            </a:r>
            <a:r>
              <a:rPr lang="en-US" dirty="0" err="1"/>
              <a:t>Pemecahan</a:t>
            </a:r>
            <a:r>
              <a:rPr lang="en-US" dirty="0"/>
              <a:t> </a:t>
            </a:r>
            <a:r>
              <a:rPr lang="en-US" dirty="0" err="1"/>
              <a:t>Masalah</a:t>
            </a:r>
            <a:r>
              <a:rPr lang="en-US" dirty="0"/>
              <a:t>)</a:t>
            </a:r>
          </a:p>
          <a:p>
            <a:r>
              <a:rPr lang="en-US" dirty="0"/>
              <a:t>Pattern Recognition (</a:t>
            </a:r>
            <a:r>
              <a:rPr lang="en-US" dirty="0" err="1"/>
              <a:t>Pengenalan</a:t>
            </a:r>
            <a:r>
              <a:rPr lang="en-US" dirty="0"/>
              <a:t> Pola)</a:t>
            </a:r>
          </a:p>
          <a:p>
            <a:r>
              <a:rPr lang="en-US" dirty="0"/>
              <a:t>Abstraction (</a:t>
            </a:r>
            <a:r>
              <a:rPr lang="en-US" dirty="0" err="1"/>
              <a:t>Abstraksi</a:t>
            </a:r>
            <a:r>
              <a:rPr lang="en-US" dirty="0"/>
              <a:t>)</a:t>
            </a:r>
          </a:p>
          <a:p>
            <a:r>
              <a:rPr lang="en-US" dirty="0"/>
              <a:t>Algorithm (</a:t>
            </a:r>
            <a:r>
              <a:rPr lang="en-US" dirty="0" err="1"/>
              <a:t>Algoritma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4848808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846E5-2F71-DA0D-D3AA-A83C10DB0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DECOMPOSITION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34E04C-69F4-CA51-6B42-3B6DB4B17F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 err="1"/>
              <a:t>Memecahkan</a:t>
            </a:r>
            <a:r>
              <a:rPr lang="en-US" dirty="0"/>
              <a:t> </a:t>
            </a:r>
            <a:r>
              <a:rPr lang="en-US" dirty="0" err="1"/>
              <a:t>masalah</a:t>
            </a:r>
            <a:r>
              <a:rPr lang="en-US" dirty="0"/>
              <a:t> </a:t>
            </a:r>
            <a:r>
              <a:rPr lang="en-US" dirty="0" err="1"/>
              <a:t>besar</a:t>
            </a:r>
            <a:r>
              <a:rPr lang="en-US" dirty="0"/>
              <a:t> </a:t>
            </a:r>
            <a:r>
              <a:rPr lang="en-US" dirty="0" err="1"/>
              <a:t>menjadi</a:t>
            </a:r>
            <a:r>
              <a:rPr lang="en-US" dirty="0"/>
              <a:t> </a:t>
            </a:r>
            <a:r>
              <a:rPr lang="en-US" dirty="0" err="1"/>
              <a:t>bagian-bagian</a:t>
            </a:r>
            <a:r>
              <a:rPr lang="en-US" dirty="0"/>
              <a:t> </a:t>
            </a:r>
            <a:r>
              <a:rPr lang="en-US" dirty="0" err="1"/>
              <a:t>kecil</a:t>
            </a:r>
            <a:r>
              <a:rPr lang="en-US" dirty="0"/>
              <a:t> yang </a:t>
            </a:r>
            <a:r>
              <a:rPr lang="en-US" dirty="0" err="1"/>
              <a:t>lebih</a:t>
            </a:r>
            <a:r>
              <a:rPr lang="en-US" dirty="0"/>
              <a:t> </a:t>
            </a:r>
            <a:r>
              <a:rPr lang="en-US" dirty="0" err="1"/>
              <a:t>mudah</a:t>
            </a:r>
            <a:r>
              <a:rPr lang="en-US" dirty="0"/>
              <a:t> </a:t>
            </a:r>
            <a:r>
              <a:rPr lang="en-US" dirty="0" err="1"/>
              <a:t>diselesaikan</a:t>
            </a:r>
            <a:r>
              <a:rPr lang="en-US" dirty="0"/>
              <a:t> </a:t>
            </a:r>
          </a:p>
          <a:p>
            <a:endParaRPr lang="en-US" dirty="0"/>
          </a:p>
          <a:p>
            <a:r>
              <a:rPr lang="en-US" dirty="0" err="1"/>
              <a:t>Contoh</a:t>
            </a:r>
            <a:r>
              <a:rPr lang="en-US" dirty="0"/>
              <a:t>: </a:t>
            </a:r>
            <a:r>
              <a:rPr lang="en-US" dirty="0" err="1"/>
              <a:t>Melaksanakan</a:t>
            </a:r>
            <a:r>
              <a:rPr lang="en-US" dirty="0"/>
              <a:t> acara open house/</a:t>
            </a:r>
            <a:r>
              <a:rPr lang="en-US" dirty="0" err="1"/>
              <a:t>arisan</a:t>
            </a:r>
            <a:r>
              <a:rPr lang="en-US" dirty="0"/>
              <a:t> di </a:t>
            </a:r>
            <a:r>
              <a:rPr lang="en-US" dirty="0" err="1"/>
              <a:t>rumah</a:t>
            </a:r>
            <a:endParaRPr lang="en-US" dirty="0"/>
          </a:p>
          <a:p>
            <a:r>
              <a:rPr lang="en-US" dirty="0" err="1"/>
              <a:t>Masalah</a:t>
            </a:r>
            <a:r>
              <a:rPr lang="en-US" dirty="0"/>
              <a:t> </a:t>
            </a:r>
            <a:r>
              <a:rPr lang="en-US" dirty="0" err="1"/>
              <a:t>besar</a:t>
            </a:r>
            <a:r>
              <a:rPr lang="en-US" dirty="0"/>
              <a:t> : </a:t>
            </a:r>
            <a:r>
              <a:rPr lang="en-US" dirty="0" err="1"/>
              <a:t>banyak</a:t>
            </a:r>
            <a:r>
              <a:rPr lang="en-US" dirty="0"/>
              <a:t> </a:t>
            </a:r>
            <a:r>
              <a:rPr lang="en-US" dirty="0" err="1"/>
              <a:t>tamu</a:t>
            </a:r>
            <a:r>
              <a:rPr lang="en-US" dirty="0"/>
              <a:t> yang </a:t>
            </a:r>
            <a:r>
              <a:rPr lang="en-US" dirty="0" err="1"/>
              <a:t>mengunjungi</a:t>
            </a:r>
            <a:r>
              <a:rPr lang="en-US" dirty="0"/>
              <a:t> </a:t>
            </a:r>
            <a:r>
              <a:rPr lang="en-US" dirty="0" err="1"/>
              <a:t>rumah</a:t>
            </a:r>
            <a:endParaRPr lang="en-US" dirty="0"/>
          </a:p>
          <a:p>
            <a:r>
              <a:rPr lang="en-US" dirty="0" err="1"/>
              <a:t>Pemecahan</a:t>
            </a:r>
            <a:r>
              <a:rPr lang="en-US" dirty="0"/>
              <a:t> </a:t>
            </a:r>
            <a:r>
              <a:rPr lang="en-US" dirty="0" err="1"/>
              <a:t>masalah</a:t>
            </a:r>
            <a:r>
              <a:rPr lang="en-US" dirty="0"/>
              <a:t>: </a:t>
            </a:r>
          </a:p>
          <a:p>
            <a:pPr lvl="1"/>
            <a:r>
              <a:rPr lang="en-US" dirty="0" err="1"/>
              <a:t>Menyiapkan</a:t>
            </a:r>
            <a:r>
              <a:rPr lang="en-US" dirty="0"/>
              <a:t> </a:t>
            </a:r>
            <a:r>
              <a:rPr lang="en-US" dirty="0" err="1"/>
              <a:t>makanan</a:t>
            </a:r>
            <a:r>
              <a:rPr lang="en-US" dirty="0"/>
              <a:t>/</a:t>
            </a:r>
            <a:r>
              <a:rPr lang="en-US" dirty="0" err="1"/>
              <a:t>minuman</a:t>
            </a:r>
            <a:r>
              <a:rPr lang="en-US" dirty="0"/>
              <a:t> </a:t>
            </a:r>
            <a:r>
              <a:rPr lang="en-US" dirty="0" err="1"/>
              <a:t>ringan</a:t>
            </a:r>
            <a:endParaRPr lang="en-US" dirty="0"/>
          </a:p>
          <a:p>
            <a:pPr lvl="1"/>
            <a:r>
              <a:rPr lang="en-US" dirty="0" err="1"/>
              <a:t>Menyiapkan</a:t>
            </a:r>
            <a:r>
              <a:rPr lang="en-US" dirty="0"/>
              <a:t> </a:t>
            </a:r>
            <a:r>
              <a:rPr lang="en-US" dirty="0" err="1"/>
              <a:t>makanan</a:t>
            </a:r>
            <a:r>
              <a:rPr lang="en-US" dirty="0"/>
              <a:t> </a:t>
            </a:r>
            <a:r>
              <a:rPr lang="en-US" dirty="0" err="1"/>
              <a:t>berat</a:t>
            </a:r>
            <a:endParaRPr lang="en-US" dirty="0"/>
          </a:p>
          <a:p>
            <a:pPr lvl="1"/>
            <a:r>
              <a:rPr lang="en-US" dirty="0" err="1"/>
              <a:t>Menyiapkan</a:t>
            </a:r>
            <a:r>
              <a:rPr lang="en-US" dirty="0"/>
              <a:t> area </a:t>
            </a:r>
            <a:r>
              <a:rPr lang="en-US" dirty="0" err="1"/>
              <a:t>kumpul</a:t>
            </a:r>
            <a:endParaRPr lang="en-US" dirty="0"/>
          </a:p>
          <a:p>
            <a:pPr lvl="1"/>
            <a:r>
              <a:rPr lang="en-US" dirty="0" err="1"/>
              <a:t>Mendekor</a:t>
            </a:r>
            <a:r>
              <a:rPr lang="en-US" dirty="0"/>
              <a:t> </a:t>
            </a:r>
            <a:r>
              <a:rPr lang="en-US" dirty="0" err="1"/>
              <a:t>rumah</a:t>
            </a:r>
            <a:endParaRPr lang="en-US" dirty="0"/>
          </a:p>
          <a:p>
            <a:pPr lvl="1"/>
            <a:r>
              <a:rPr lang="en-US" dirty="0" err="1"/>
              <a:t>Membersihkan</a:t>
            </a:r>
            <a:r>
              <a:rPr lang="en-US" dirty="0"/>
              <a:t> </a:t>
            </a:r>
            <a:r>
              <a:rPr lang="en-US" dirty="0" err="1"/>
              <a:t>rumah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67629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9335B-E491-71F4-BF5B-E97E367488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PATTERN RECOGNITION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6AD6BC-E634-D516-7999-2EF29FA2E2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800" dirty="0" err="1">
                <a:ea typeface="Poppins Bold"/>
                <a:cs typeface="Poppins Bold"/>
                <a:sym typeface="Poppins Bold"/>
              </a:rPr>
              <a:t>Mengenali</a:t>
            </a:r>
            <a:r>
              <a:rPr lang="en-US" sz="2800" dirty="0">
                <a:ea typeface="Poppins Bold"/>
                <a:cs typeface="Poppins Bold"/>
                <a:sym typeface="Poppins Bold"/>
              </a:rPr>
              <a:t> </a:t>
            </a:r>
            <a:r>
              <a:rPr lang="en-US" sz="2800" dirty="0" err="1">
                <a:ea typeface="Poppins Bold"/>
                <a:cs typeface="Poppins Bold"/>
                <a:sym typeface="Poppins Bold"/>
              </a:rPr>
              <a:t>pola</a:t>
            </a:r>
            <a:r>
              <a:rPr lang="en-US" sz="2800" dirty="0">
                <a:ea typeface="Poppins Bold"/>
                <a:cs typeface="Poppins Bold"/>
                <a:sym typeface="Poppins Bold"/>
              </a:rPr>
              <a:t> </a:t>
            </a:r>
            <a:r>
              <a:rPr lang="en-US" sz="2800" dirty="0" err="1">
                <a:ea typeface="Poppins Bold"/>
                <a:cs typeface="Poppins Bold"/>
                <a:sym typeface="Poppins Bold"/>
              </a:rPr>
              <a:t>atau</a:t>
            </a:r>
            <a:r>
              <a:rPr lang="en-US" sz="2800" dirty="0">
                <a:ea typeface="Poppins Bold"/>
                <a:cs typeface="Poppins Bold"/>
                <a:sym typeface="Poppins Bold"/>
              </a:rPr>
              <a:t> </a:t>
            </a:r>
            <a:r>
              <a:rPr lang="en-US" sz="2800" dirty="0" err="1">
                <a:ea typeface="Poppins Bold"/>
                <a:cs typeface="Poppins Bold"/>
                <a:sym typeface="Poppins Bold"/>
              </a:rPr>
              <a:t>kesamaan</a:t>
            </a:r>
            <a:r>
              <a:rPr lang="en-US" sz="2800" dirty="0">
                <a:ea typeface="Poppins Bold"/>
                <a:cs typeface="Poppins Bold"/>
                <a:sym typeface="Poppins Bold"/>
              </a:rPr>
              <a:t> </a:t>
            </a:r>
            <a:r>
              <a:rPr lang="en-US" sz="2800" dirty="0" err="1">
                <a:ea typeface="Poppins Bold"/>
                <a:cs typeface="Poppins Bold"/>
                <a:sym typeface="Poppins Bold"/>
              </a:rPr>
              <a:t>dalam</a:t>
            </a:r>
            <a:r>
              <a:rPr lang="en-US" sz="2800" dirty="0">
                <a:ea typeface="Poppins Bold"/>
                <a:cs typeface="Poppins Bold"/>
                <a:sym typeface="Poppins Bold"/>
              </a:rPr>
              <a:t> </a:t>
            </a:r>
            <a:r>
              <a:rPr lang="en-US" sz="2800" dirty="0" err="1">
                <a:ea typeface="Poppins Bold"/>
                <a:cs typeface="Poppins Bold"/>
                <a:sym typeface="Poppins Bold"/>
              </a:rPr>
              <a:t>masalah</a:t>
            </a:r>
            <a:r>
              <a:rPr lang="en-US" sz="2800" dirty="0">
                <a:ea typeface="Poppins Bold"/>
                <a:cs typeface="Poppins Bold"/>
                <a:sym typeface="Poppins Bold"/>
              </a:rPr>
              <a:t> </a:t>
            </a:r>
            <a:r>
              <a:rPr lang="en-US" sz="2800" dirty="0" err="1">
                <a:ea typeface="Poppins Bold"/>
                <a:cs typeface="Poppins Bold"/>
                <a:sym typeface="Poppins Bold"/>
              </a:rPr>
              <a:t>untuk</a:t>
            </a:r>
            <a:r>
              <a:rPr lang="en-US" sz="2800" dirty="0">
                <a:ea typeface="Poppins Bold"/>
                <a:cs typeface="Poppins Bold"/>
                <a:sym typeface="Poppins Bold"/>
              </a:rPr>
              <a:t> </a:t>
            </a:r>
            <a:r>
              <a:rPr lang="en-US" sz="2800" dirty="0" err="1">
                <a:ea typeface="Poppins Bold"/>
                <a:cs typeface="Poppins Bold"/>
                <a:sym typeface="Poppins Bold"/>
              </a:rPr>
              <a:t>mencari</a:t>
            </a:r>
            <a:r>
              <a:rPr lang="en-US" sz="2800" dirty="0">
                <a:ea typeface="Poppins Bold"/>
                <a:cs typeface="Poppins Bold"/>
                <a:sym typeface="Poppins Bold"/>
              </a:rPr>
              <a:t> </a:t>
            </a:r>
            <a:r>
              <a:rPr lang="en-US" sz="2800" dirty="0" err="1">
                <a:ea typeface="Poppins Bold"/>
                <a:cs typeface="Poppins Bold"/>
                <a:sym typeface="Poppins Bold"/>
              </a:rPr>
              <a:t>solusi</a:t>
            </a:r>
            <a:r>
              <a:rPr lang="en-US" sz="2800" dirty="0">
                <a:ea typeface="Poppins Bold"/>
                <a:cs typeface="Poppins Bold"/>
                <a:sym typeface="Poppins Bold"/>
              </a:rPr>
              <a:t> yang </a:t>
            </a:r>
            <a:r>
              <a:rPr lang="en-US" sz="2800" dirty="0" err="1">
                <a:ea typeface="Poppins Bold"/>
                <a:cs typeface="Poppins Bold"/>
                <a:sym typeface="Poppins Bold"/>
              </a:rPr>
              <a:t>efisien</a:t>
            </a:r>
            <a:endParaRPr lang="en-US" sz="2800" dirty="0">
              <a:ea typeface="Poppins Bold"/>
              <a:cs typeface="Poppins Bold"/>
              <a:sym typeface="Poppins Bold"/>
            </a:endParaRPr>
          </a:p>
          <a:p>
            <a:endParaRPr lang="en-US" dirty="0">
              <a:cs typeface="Poppins Bold"/>
              <a:sym typeface="Poppins Bold"/>
            </a:endParaRPr>
          </a:p>
          <a:p>
            <a:r>
              <a:rPr lang="en-US" dirty="0" err="1">
                <a:cs typeface="Poppins Bold"/>
                <a:sym typeface="Poppins Bold"/>
              </a:rPr>
              <a:t>Contoh</a:t>
            </a:r>
            <a:r>
              <a:rPr lang="en-US" dirty="0">
                <a:cs typeface="Poppins Bold"/>
                <a:sym typeface="Poppins Bold"/>
              </a:rPr>
              <a:t>: </a:t>
            </a:r>
            <a:r>
              <a:rPr lang="en-US" dirty="0" err="1">
                <a:cs typeface="Poppins Bold"/>
                <a:sym typeface="Poppins Bold"/>
              </a:rPr>
              <a:t>Seorang</a:t>
            </a:r>
            <a:r>
              <a:rPr lang="en-US" dirty="0">
                <a:cs typeface="Poppins Bold"/>
                <a:sym typeface="Poppins Bold"/>
              </a:rPr>
              <a:t> guru </a:t>
            </a:r>
            <a:r>
              <a:rPr lang="en-US" dirty="0" err="1">
                <a:cs typeface="Poppins Bold"/>
                <a:sym typeface="Poppins Bold"/>
              </a:rPr>
              <a:t>menilai</a:t>
            </a:r>
            <a:r>
              <a:rPr lang="en-US" dirty="0">
                <a:cs typeface="Poppins Bold"/>
                <a:sym typeface="Poppins Bold"/>
              </a:rPr>
              <a:t> </a:t>
            </a:r>
            <a:r>
              <a:rPr lang="en-US" dirty="0" err="1">
                <a:cs typeface="Poppins Bold"/>
                <a:sym typeface="Poppins Bold"/>
              </a:rPr>
              <a:t>siswa</a:t>
            </a:r>
            <a:r>
              <a:rPr lang="en-US" dirty="0">
                <a:cs typeface="Poppins Bold"/>
                <a:sym typeface="Poppins Bold"/>
              </a:rPr>
              <a:t> di </a:t>
            </a:r>
            <a:r>
              <a:rPr lang="en-US" dirty="0" err="1">
                <a:cs typeface="Poppins Bold"/>
                <a:sym typeface="Poppins Bold"/>
              </a:rPr>
              <a:t>kelas</a:t>
            </a:r>
            <a:endParaRPr lang="en-US" dirty="0">
              <a:cs typeface="Poppins Bold"/>
              <a:sym typeface="Poppins Bold"/>
            </a:endParaRPr>
          </a:p>
          <a:p>
            <a:r>
              <a:rPr lang="en-US" dirty="0" err="1">
                <a:cs typeface="Poppins Bold"/>
                <a:sym typeface="Poppins Bold"/>
              </a:rPr>
              <a:t>Setelah</a:t>
            </a:r>
            <a:r>
              <a:rPr lang="en-US" dirty="0">
                <a:cs typeface="Poppins Bold"/>
                <a:sym typeface="Poppins Bold"/>
              </a:rPr>
              <a:t> </a:t>
            </a:r>
            <a:r>
              <a:rPr lang="en-US" dirty="0" err="1">
                <a:cs typeface="Poppins Bold"/>
                <a:sym typeface="Poppins Bold"/>
              </a:rPr>
              <a:t>dianalisis</a:t>
            </a:r>
            <a:r>
              <a:rPr lang="en-ID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, </a:t>
            </a:r>
            <a:r>
              <a:rPr lang="en-ID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terlihat</a:t>
            </a:r>
            <a:r>
              <a:rPr lang="en-ID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n-ID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pola</a:t>
            </a:r>
            <a:r>
              <a:rPr lang="en-ID" dirty="0">
                <a:solidFill>
                  <a:srgbClr val="000000"/>
                </a:solidFill>
                <a:latin typeface="-webkit-standard"/>
              </a:rPr>
              <a:t> </a:t>
            </a:r>
            <a:r>
              <a:rPr lang="en-ID" dirty="0" err="1">
                <a:solidFill>
                  <a:srgbClr val="000000"/>
                </a:solidFill>
                <a:latin typeface="-webkit-standard"/>
              </a:rPr>
              <a:t>bahwa</a:t>
            </a:r>
            <a:r>
              <a:rPr lang="en-ID" dirty="0">
                <a:solidFill>
                  <a:srgbClr val="000000"/>
                </a:solidFill>
                <a:latin typeface="-webkit-standard"/>
              </a:rPr>
              <a:t> </a:t>
            </a:r>
            <a:r>
              <a:rPr lang="en-ID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siswa</a:t>
            </a:r>
            <a:r>
              <a:rPr lang="en-ID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yang </a:t>
            </a:r>
            <a:r>
              <a:rPr lang="en-ID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rajin</a:t>
            </a:r>
            <a:r>
              <a:rPr lang="en-ID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n-ID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latihan</a:t>
            </a:r>
            <a:r>
              <a:rPr lang="en-ID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n-ID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soal</a:t>
            </a:r>
            <a:r>
              <a:rPr lang="en-ID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n-ID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memiliki</a:t>
            </a:r>
            <a:r>
              <a:rPr lang="en-ID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n-ID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nilai</a:t>
            </a:r>
            <a:r>
              <a:rPr lang="en-ID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n-ID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lebih</a:t>
            </a:r>
            <a:r>
              <a:rPr lang="en-ID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n-ID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tinggi</a:t>
            </a:r>
            <a:r>
              <a:rPr lang="en-ID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, </a:t>
            </a:r>
            <a:r>
              <a:rPr lang="en-ID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sementara</a:t>
            </a:r>
            <a:r>
              <a:rPr lang="en-ID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yang </a:t>
            </a:r>
            <a:r>
              <a:rPr lang="en-ID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tidak</a:t>
            </a:r>
            <a:r>
              <a:rPr lang="en-ID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n-ID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mengerjakan</a:t>
            </a:r>
            <a:r>
              <a:rPr lang="en-ID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n-ID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latihan</a:t>
            </a:r>
            <a:r>
              <a:rPr lang="en-ID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n-ID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cenderung</a:t>
            </a:r>
            <a:r>
              <a:rPr lang="en-ID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n-ID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nilainya</a:t>
            </a:r>
            <a:r>
              <a:rPr lang="en-ID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n-ID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rendah</a:t>
            </a:r>
            <a:r>
              <a:rPr lang="en-ID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089669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CADD5D-3699-46FE-0D48-32C6E38E8C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ABSTRACTION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379E6C-D4A9-DD95-FD12-F62CE60CE5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/>
              <a:t>Memilih</a:t>
            </a:r>
            <a:r>
              <a:rPr lang="en-US" dirty="0"/>
              <a:t> </a:t>
            </a:r>
            <a:r>
              <a:rPr lang="en-US" dirty="0" err="1"/>
              <a:t>informasi</a:t>
            </a:r>
            <a:r>
              <a:rPr lang="en-US" dirty="0"/>
              <a:t> </a:t>
            </a:r>
            <a:r>
              <a:rPr lang="en-US" dirty="0" err="1"/>
              <a:t>penting</a:t>
            </a:r>
            <a:r>
              <a:rPr lang="en-US" dirty="0"/>
              <a:t> dan </a:t>
            </a:r>
            <a:r>
              <a:rPr lang="en-US" dirty="0" err="1"/>
              <a:t>mengabaikan</a:t>
            </a:r>
            <a:r>
              <a:rPr lang="en-US" dirty="0"/>
              <a:t> yang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relevan</a:t>
            </a:r>
            <a:endParaRPr lang="en-US" dirty="0"/>
          </a:p>
          <a:p>
            <a:endParaRPr lang="en-US" dirty="0"/>
          </a:p>
          <a:p>
            <a:r>
              <a:rPr lang="en-US" dirty="0" err="1"/>
              <a:t>Contoh</a:t>
            </a:r>
            <a:r>
              <a:rPr lang="en-US" dirty="0"/>
              <a:t>: </a:t>
            </a:r>
            <a:r>
              <a:rPr lang="en-US" dirty="0" err="1"/>
              <a:t>Melihat</a:t>
            </a:r>
            <a:r>
              <a:rPr lang="en-US" dirty="0"/>
              <a:t> map </a:t>
            </a:r>
            <a:r>
              <a:rPr lang="en-US" dirty="0" err="1"/>
              <a:t>saat</a:t>
            </a:r>
            <a:r>
              <a:rPr lang="en-US" dirty="0"/>
              <a:t> </a:t>
            </a:r>
            <a:r>
              <a:rPr lang="en-US" dirty="0" err="1"/>
              <a:t>menuju</a:t>
            </a:r>
            <a:r>
              <a:rPr lang="en-US" dirty="0"/>
              <a:t> </a:t>
            </a:r>
            <a:r>
              <a:rPr lang="en-US" dirty="0" err="1"/>
              <a:t>suatu</a:t>
            </a:r>
            <a:r>
              <a:rPr lang="en-US" dirty="0"/>
              <a:t> </a:t>
            </a:r>
            <a:r>
              <a:rPr lang="en-US" dirty="0" err="1"/>
              <a:t>lokasi</a:t>
            </a:r>
            <a:endParaRPr lang="en-US" dirty="0"/>
          </a:p>
          <a:p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semua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perlu</a:t>
            </a:r>
            <a:r>
              <a:rPr lang="en-US" dirty="0"/>
              <a:t> </a:t>
            </a:r>
            <a:r>
              <a:rPr lang="en-US" dirty="0" err="1"/>
              <a:t>ditampilkan</a:t>
            </a:r>
            <a:r>
              <a:rPr lang="en-US" dirty="0"/>
              <a:t> </a:t>
            </a:r>
            <a:r>
              <a:rPr lang="en-US" dirty="0" err="1"/>
              <a:t>seperti</a:t>
            </a:r>
            <a:r>
              <a:rPr lang="en-US" dirty="0"/>
              <a:t> cat </a:t>
            </a:r>
            <a:r>
              <a:rPr lang="en-US" dirty="0" err="1"/>
              <a:t>rumah</a:t>
            </a:r>
            <a:r>
              <a:rPr lang="en-US" dirty="0"/>
              <a:t>, </a:t>
            </a:r>
            <a:r>
              <a:rPr lang="en-US" dirty="0" err="1"/>
              <a:t>bentuk</a:t>
            </a:r>
            <a:r>
              <a:rPr lang="en-US" dirty="0"/>
              <a:t> </a:t>
            </a:r>
            <a:r>
              <a:rPr lang="en-US" dirty="0" err="1"/>
              <a:t>pohon</a:t>
            </a:r>
            <a:r>
              <a:rPr lang="en-US" dirty="0"/>
              <a:t>, </a:t>
            </a:r>
            <a:r>
              <a:rPr lang="en-US" dirty="0" err="1"/>
              <a:t>dll</a:t>
            </a:r>
            <a:endParaRPr lang="en-US" dirty="0"/>
          </a:p>
          <a:p>
            <a:r>
              <a:rPr lang="en-US" dirty="0" err="1"/>
              <a:t>Hanya</a:t>
            </a:r>
            <a:r>
              <a:rPr lang="en-US" dirty="0"/>
              <a:t> inti </a:t>
            </a:r>
            <a:r>
              <a:rPr lang="en-US" dirty="0" err="1"/>
              <a:t>saja</a:t>
            </a:r>
            <a:r>
              <a:rPr lang="en-US" dirty="0"/>
              <a:t> yang </a:t>
            </a:r>
            <a:r>
              <a:rPr lang="en-US" dirty="0" err="1"/>
              <a:t>ditampilkan</a:t>
            </a:r>
            <a:r>
              <a:rPr lang="en-US" dirty="0"/>
              <a:t>: </a:t>
            </a:r>
            <a:r>
              <a:rPr lang="en-US" dirty="0" err="1"/>
              <a:t>jarak</a:t>
            </a:r>
            <a:r>
              <a:rPr lang="en-US" dirty="0"/>
              <a:t>, </a:t>
            </a:r>
            <a:r>
              <a:rPr lang="en-US" dirty="0" err="1"/>
              <a:t>bangunan</a:t>
            </a:r>
            <a:r>
              <a:rPr lang="en-US" dirty="0"/>
              <a:t> </a:t>
            </a:r>
            <a:r>
              <a:rPr lang="en-US" dirty="0" err="1"/>
              <a:t>sebagai</a:t>
            </a:r>
            <a:r>
              <a:rPr lang="en-US" dirty="0"/>
              <a:t> </a:t>
            </a:r>
            <a:r>
              <a:rPr lang="en-US" dirty="0" err="1"/>
              <a:t>patokan</a:t>
            </a:r>
            <a:r>
              <a:rPr lang="en-US" dirty="0"/>
              <a:t>,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jalan</a:t>
            </a:r>
            <a:r>
              <a:rPr lang="en-US" dirty="0"/>
              <a:t>, </a:t>
            </a:r>
            <a:r>
              <a:rPr lang="en-US" dirty="0" err="1"/>
              <a:t>dll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54453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99FF7B-38B1-1EB0-4EBE-5CF1784651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2D4B46-571F-72C8-A8CB-C92A906115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3552" y="1825625"/>
            <a:ext cx="10340248" cy="4351338"/>
          </a:xfrm>
        </p:spPr>
        <p:txBody>
          <a:bodyPr>
            <a:normAutofit fontScale="62500" lnSpcReduction="20000"/>
          </a:bodyPr>
          <a:lstStyle/>
          <a:p>
            <a:pPr>
              <a:lnSpc>
                <a:spcPct val="120000"/>
              </a:lnSpc>
            </a:pPr>
            <a:r>
              <a:rPr lang="en-US" dirty="0" err="1"/>
              <a:t>Serangkaian</a:t>
            </a:r>
            <a:r>
              <a:rPr lang="en-US" dirty="0"/>
              <a:t> </a:t>
            </a:r>
            <a:r>
              <a:rPr lang="en-US" dirty="0" err="1"/>
              <a:t>langkah</a:t>
            </a:r>
            <a:r>
              <a:rPr lang="en-US" dirty="0"/>
              <a:t> </a:t>
            </a:r>
            <a:r>
              <a:rPr lang="en-US" dirty="0" err="1"/>
              <a:t>logis</a:t>
            </a:r>
            <a:r>
              <a:rPr lang="en-US" dirty="0"/>
              <a:t> yang </a:t>
            </a:r>
            <a:r>
              <a:rPr lang="en-US" dirty="0" err="1"/>
              <a:t>digunakan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memecahkan</a:t>
            </a:r>
            <a:r>
              <a:rPr lang="en-US" dirty="0"/>
              <a:t> </a:t>
            </a:r>
            <a:r>
              <a:rPr lang="en-US" dirty="0" err="1"/>
              <a:t>suatu</a:t>
            </a:r>
            <a:r>
              <a:rPr lang="en-US" dirty="0"/>
              <a:t> </a:t>
            </a:r>
            <a:r>
              <a:rPr lang="en-US" dirty="0" err="1"/>
              <a:t>masalah</a:t>
            </a:r>
            <a:endParaRPr lang="en-US" dirty="0"/>
          </a:p>
          <a:p>
            <a:pPr>
              <a:lnSpc>
                <a:spcPct val="120000"/>
              </a:lnSpc>
            </a:pPr>
            <a:r>
              <a:rPr lang="en-US" dirty="0" err="1"/>
              <a:t>Algoritma</a:t>
            </a:r>
            <a:r>
              <a:rPr lang="en-US" dirty="0"/>
              <a:t> </a:t>
            </a:r>
            <a:r>
              <a:rPr lang="en-US" dirty="0" err="1"/>
              <a:t>harus</a:t>
            </a:r>
            <a:r>
              <a:rPr lang="en-US" dirty="0"/>
              <a:t> </a:t>
            </a:r>
            <a:r>
              <a:rPr lang="en-US" dirty="0" err="1"/>
              <a:t>bersifat</a:t>
            </a:r>
            <a:r>
              <a:rPr lang="en-US" dirty="0"/>
              <a:t> </a:t>
            </a:r>
            <a:r>
              <a:rPr lang="en-US" dirty="0" err="1"/>
              <a:t>logis</a:t>
            </a:r>
            <a:r>
              <a:rPr lang="en-US" dirty="0"/>
              <a:t>, </a:t>
            </a:r>
            <a:r>
              <a:rPr lang="en-US" dirty="0" err="1"/>
              <a:t>artinya</a:t>
            </a:r>
            <a:r>
              <a:rPr lang="en-US" dirty="0"/>
              <a:t> </a:t>
            </a:r>
            <a:r>
              <a:rPr lang="en-US" dirty="0" err="1"/>
              <a:t>algoritma</a:t>
            </a:r>
            <a:r>
              <a:rPr lang="en-US" dirty="0"/>
              <a:t> </a:t>
            </a:r>
            <a:r>
              <a:rPr lang="en-US" dirty="0" err="1"/>
              <a:t>harus</a:t>
            </a:r>
            <a:r>
              <a:rPr lang="en-US" dirty="0"/>
              <a:t> </a:t>
            </a:r>
            <a:r>
              <a:rPr lang="en-US" dirty="0" err="1"/>
              <a:t>mengikuti</a:t>
            </a:r>
            <a:r>
              <a:rPr lang="en-US" dirty="0"/>
              <a:t> </a:t>
            </a:r>
            <a:r>
              <a:rPr lang="en-US" dirty="0" err="1"/>
              <a:t>suatu</a:t>
            </a:r>
            <a:r>
              <a:rPr lang="en-US" dirty="0"/>
              <a:t> </a:t>
            </a:r>
            <a:r>
              <a:rPr lang="en-US" dirty="0" err="1"/>
              <a:t>urutan</a:t>
            </a:r>
            <a:r>
              <a:rPr lang="en-US" dirty="0"/>
              <a:t> </a:t>
            </a:r>
            <a:r>
              <a:rPr lang="en-US" dirty="0" err="1"/>
              <a:t>tertentu</a:t>
            </a:r>
            <a:r>
              <a:rPr lang="en-US" dirty="0"/>
              <a:t> dan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boleh</a:t>
            </a:r>
            <a:r>
              <a:rPr lang="en-US" dirty="0"/>
              <a:t> </a:t>
            </a:r>
            <a:r>
              <a:rPr lang="en-US" dirty="0" err="1"/>
              <a:t>melompat-lompat</a:t>
            </a:r>
            <a:endParaRPr lang="en-US" dirty="0"/>
          </a:p>
          <a:p>
            <a:pPr>
              <a:lnSpc>
                <a:spcPct val="120000"/>
              </a:lnSpc>
            </a:pPr>
            <a:endParaRPr lang="en-US" dirty="0"/>
          </a:p>
          <a:p>
            <a:pPr marL="0" indent="0">
              <a:lnSpc>
                <a:spcPct val="120000"/>
              </a:lnSpc>
              <a:buNone/>
            </a:pPr>
            <a:r>
              <a:rPr lang="en-US" dirty="0"/>
              <a:t>Jika </a:t>
            </a:r>
            <a:r>
              <a:rPr lang="en-US" dirty="0" err="1"/>
              <a:t>seseorang</a:t>
            </a:r>
            <a:r>
              <a:rPr lang="en-US" dirty="0"/>
              <a:t> </a:t>
            </a:r>
            <a:r>
              <a:rPr lang="en-US" dirty="0" err="1"/>
              <a:t>ingin</a:t>
            </a:r>
            <a:r>
              <a:rPr lang="en-US" dirty="0"/>
              <a:t> </a:t>
            </a:r>
            <a:r>
              <a:rPr lang="en-US" dirty="0" err="1"/>
              <a:t>mengirimkan</a:t>
            </a:r>
            <a:r>
              <a:rPr lang="en-US" dirty="0"/>
              <a:t> e-mail </a:t>
            </a:r>
            <a:r>
              <a:rPr lang="en-US" dirty="0" err="1"/>
              <a:t>kepada</a:t>
            </a:r>
            <a:r>
              <a:rPr lang="en-US" dirty="0"/>
              <a:t> </a:t>
            </a:r>
            <a:r>
              <a:rPr lang="en-US" dirty="0" err="1"/>
              <a:t>temannya</a:t>
            </a:r>
            <a:r>
              <a:rPr lang="en-US" dirty="0"/>
              <a:t>, </a:t>
            </a:r>
            <a:r>
              <a:rPr lang="en-US" dirty="0" err="1"/>
              <a:t>maka</a:t>
            </a:r>
            <a:r>
              <a:rPr lang="en-US" dirty="0"/>
              <a:t> </a:t>
            </a:r>
            <a:r>
              <a:rPr lang="en-US" dirty="0" err="1"/>
              <a:t>langkah</a:t>
            </a:r>
            <a:r>
              <a:rPr lang="en-US" dirty="0"/>
              <a:t> yang </a:t>
            </a:r>
            <a:r>
              <a:rPr lang="en-US" dirty="0" err="1"/>
              <a:t>harus</a:t>
            </a:r>
            <a:r>
              <a:rPr lang="en-US" dirty="0"/>
              <a:t> </a:t>
            </a:r>
            <a:r>
              <a:rPr lang="en-US" dirty="0" err="1"/>
              <a:t>dilakukan</a:t>
            </a:r>
            <a:r>
              <a:rPr lang="en-US" dirty="0"/>
              <a:t> </a:t>
            </a:r>
            <a:r>
              <a:rPr lang="en-US" dirty="0" err="1"/>
              <a:t>adalah</a:t>
            </a:r>
            <a:r>
              <a:rPr lang="en-US" dirty="0"/>
              <a:t>:</a:t>
            </a:r>
          </a:p>
          <a:p>
            <a:pPr>
              <a:lnSpc>
                <a:spcPct val="120000"/>
              </a:lnSpc>
            </a:pPr>
            <a:r>
              <a:rPr lang="en-US" dirty="0" err="1"/>
              <a:t>Siapkan</a:t>
            </a:r>
            <a:r>
              <a:rPr lang="en-US" dirty="0"/>
              <a:t> </a:t>
            </a:r>
            <a:r>
              <a:rPr lang="en-US" dirty="0" err="1"/>
              <a:t>komputer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laptop</a:t>
            </a:r>
          </a:p>
          <a:p>
            <a:pPr>
              <a:lnSpc>
                <a:spcPct val="120000"/>
              </a:lnSpc>
            </a:pPr>
            <a:r>
              <a:rPr lang="en-US" dirty="0" err="1"/>
              <a:t>Hubungkan</a:t>
            </a:r>
            <a:r>
              <a:rPr lang="en-US" dirty="0"/>
              <a:t> </a:t>
            </a:r>
            <a:r>
              <a:rPr lang="en-US" dirty="0" err="1"/>
              <a:t>komputer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laptop </a:t>
            </a:r>
            <a:r>
              <a:rPr lang="en-US" dirty="0" err="1"/>
              <a:t>dengan</a:t>
            </a:r>
            <a:r>
              <a:rPr lang="en-US" dirty="0"/>
              <a:t> Wi-Fi</a:t>
            </a:r>
          </a:p>
          <a:p>
            <a:pPr>
              <a:lnSpc>
                <a:spcPct val="120000"/>
              </a:lnSpc>
            </a:pPr>
            <a:r>
              <a:rPr lang="en-US" dirty="0"/>
              <a:t>Masuk </a:t>
            </a:r>
            <a:r>
              <a:rPr lang="en-US" dirty="0" err="1"/>
              <a:t>ke</a:t>
            </a:r>
            <a:r>
              <a:rPr lang="en-US" dirty="0"/>
              <a:t> </a:t>
            </a:r>
            <a:r>
              <a:rPr lang="en-US" dirty="0" err="1"/>
              <a:t>alamat</a:t>
            </a:r>
            <a:r>
              <a:rPr lang="en-US" dirty="0"/>
              <a:t> </a:t>
            </a:r>
            <a:r>
              <a:rPr lang="en-US" dirty="0" err="1"/>
              <a:t>www.mail.google.com</a:t>
            </a:r>
            <a:endParaRPr lang="en-US" dirty="0"/>
          </a:p>
          <a:p>
            <a:pPr>
              <a:lnSpc>
                <a:spcPct val="120000"/>
              </a:lnSpc>
            </a:pPr>
            <a:r>
              <a:rPr lang="en-US" dirty="0" err="1"/>
              <a:t>Klik</a:t>
            </a:r>
            <a:r>
              <a:rPr lang="en-US" dirty="0"/>
              <a:t> “Compose” </a:t>
            </a:r>
          </a:p>
          <a:p>
            <a:pPr>
              <a:lnSpc>
                <a:spcPct val="120000"/>
              </a:lnSpc>
            </a:pPr>
            <a:r>
              <a:rPr lang="en-US" dirty="0" err="1"/>
              <a:t>Ketikan</a:t>
            </a:r>
            <a:r>
              <a:rPr lang="en-US" dirty="0"/>
              <a:t> e-mail </a:t>
            </a:r>
            <a:r>
              <a:rPr lang="en-US" dirty="0" err="1"/>
              <a:t>penerima</a:t>
            </a:r>
            <a:r>
              <a:rPr lang="en-US" dirty="0"/>
              <a:t> dan </a:t>
            </a:r>
            <a:r>
              <a:rPr lang="en-US" dirty="0" err="1"/>
              <a:t>isi</a:t>
            </a:r>
            <a:r>
              <a:rPr lang="en-US" dirty="0"/>
              <a:t> e-mail</a:t>
            </a:r>
          </a:p>
          <a:p>
            <a:pPr>
              <a:lnSpc>
                <a:spcPct val="120000"/>
              </a:lnSpc>
            </a:pPr>
            <a:r>
              <a:rPr lang="en-US" dirty="0" err="1"/>
              <a:t>Klik</a:t>
            </a:r>
            <a:r>
              <a:rPr lang="en-US" dirty="0"/>
              <a:t> “Send”</a:t>
            </a:r>
          </a:p>
          <a:p>
            <a:pPr>
              <a:lnSpc>
                <a:spcPct val="12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61575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DF021-D553-61B0-2B24-C26412323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KRITERIA ALGORITMA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DE231F-CEBE-4D93-A412-3B485689F5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lnSpc>
                <a:spcPct val="170000"/>
              </a:lnSpc>
              <a:buNone/>
            </a:pPr>
            <a:r>
              <a:rPr lang="en-US" dirty="0" err="1"/>
              <a:t>Menurut</a:t>
            </a:r>
            <a:r>
              <a:rPr lang="en-US" dirty="0"/>
              <a:t> Donald E. Knuth </a:t>
            </a:r>
            <a:r>
              <a:rPr lang="en-US" dirty="0" err="1"/>
              <a:t>berikut</a:t>
            </a:r>
            <a:r>
              <a:rPr lang="en-US" dirty="0"/>
              <a:t>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dirty="0" err="1"/>
              <a:t>kriteria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algoritma</a:t>
            </a:r>
            <a:r>
              <a:rPr lang="en-US" dirty="0"/>
              <a:t>:</a:t>
            </a:r>
          </a:p>
          <a:p>
            <a:pPr>
              <a:lnSpc>
                <a:spcPct val="170000"/>
              </a:lnSpc>
            </a:pPr>
            <a:r>
              <a:rPr lang="en-US" b="1" dirty="0"/>
              <a:t>Input</a:t>
            </a:r>
            <a:r>
              <a:rPr lang="en-US" dirty="0"/>
              <a:t>: </a:t>
            </a:r>
            <a:r>
              <a:rPr lang="en-US" dirty="0" err="1"/>
              <a:t>algoritma</a:t>
            </a:r>
            <a:r>
              <a:rPr lang="en-US" dirty="0"/>
              <a:t> </a:t>
            </a:r>
            <a:r>
              <a:rPr lang="en-US" dirty="0" err="1"/>
              <a:t>harus</a:t>
            </a:r>
            <a:r>
              <a:rPr lang="en-US" dirty="0"/>
              <a:t>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memiliki</a:t>
            </a:r>
            <a:r>
              <a:rPr lang="en-US" dirty="0"/>
              <a:t> </a:t>
            </a:r>
            <a:r>
              <a:rPr lang="en-US" dirty="0" err="1"/>
              <a:t>nol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lebih</a:t>
            </a:r>
            <a:r>
              <a:rPr lang="en-US" dirty="0"/>
              <a:t> </a:t>
            </a:r>
            <a:r>
              <a:rPr lang="en-US" dirty="0" err="1"/>
              <a:t>inputan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luar</a:t>
            </a:r>
            <a:r>
              <a:rPr lang="en-US" dirty="0"/>
              <a:t>.</a:t>
            </a:r>
          </a:p>
          <a:p>
            <a:pPr>
              <a:lnSpc>
                <a:spcPct val="170000"/>
              </a:lnSpc>
            </a:pPr>
            <a:r>
              <a:rPr lang="en-US" b="1" dirty="0"/>
              <a:t>Output</a:t>
            </a:r>
            <a:r>
              <a:rPr lang="en-US" dirty="0"/>
              <a:t>: </a:t>
            </a:r>
            <a:r>
              <a:rPr lang="en-US" dirty="0" err="1"/>
              <a:t>algoritma</a:t>
            </a:r>
            <a:r>
              <a:rPr lang="en-US" dirty="0"/>
              <a:t> </a:t>
            </a:r>
            <a:r>
              <a:rPr lang="en-US" dirty="0" err="1"/>
              <a:t>harus</a:t>
            </a:r>
            <a:r>
              <a:rPr lang="en-US" dirty="0"/>
              <a:t> </a:t>
            </a:r>
            <a:r>
              <a:rPr lang="en-US" dirty="0" err="1"/>
              <a:t>memiliki</a:t>
            </a:r>
            <a:r>
              <a:rPr lang="en-US" dirty="0"/>
              <a:t> minimal </a:t>
            </a:r>
            <a:r>
              <a:rPr lang="en-US" dirty="0" err="1"/>
              <a:t>satu</a:t>
            </a:r>
            <a:r>
              <a:rPr lang="en-US" dirty="0"/>
              <a:t> </a:t>
            </a:r>
            <a:r>
              <a:rPr lang="en-US" dirty="0" err="1"/>
              <a:t>buat</a:t>
            </a:r>
            <a:r>
              <a:rPr lang="en-US" dirty="0"/>
              <a:t> </a:t>
            </a:r>
            <a:r>
              <a:rPr lang="en-US" dirty="0" err="1"/>
              <a:t>keluaran</a:t>
            </a:r>
            <a:r>
              <a:rPr lang="en-US" dirty="0"/>
              <a:t>.</a:t>
            </a:r>
          </a:p>
          <a:p>
            <a:pPr>
              <a:lnSpc>
                <a:spcPct val="170000"/>
              </a:lnSpc>
            </a:pPr>
            <a:r>
              <a:rPr lang="en-US" b="1" dirty="0"/>
              <a:t>Definiteness</a:t>
            </a:r>
            <a:r>
              <a:rPr lang="en-US" dirty="0"/>
              <a:t>: </a:t>
            </a:r>
            <a:r>
              <a:rPr lang="en-US" dirty="0" err="1"/>
              <a:t>algoritma</a:t>
            </a:r>
            <a:r>
              <a:rPr lang="en-US" dirty="0"/>
              <a:t> </a:t>
            </a:r>
            <a:r>
              <a:rPr lang="en-US" dirty="0" err="1"/>
              <a:t>memiliki</a:t>
            </a:r>
            <a:r>
              <a:rPr lang="en-US" dirty="0"/>
              <a:t> </a:t>
            </a:r>
            <a:r>
              <a:rPr lang="en-US" dirty="0" err="1"/>
              <a:t>instruksi-instruksi</a:t>
            </a:r>
            <a:r>
              <a:rPr lang="en-US" dirty="0"/>
              <a:t> yang </a:t>
            </a:r>
            <a:r>
              <a:rPr lang="en-US" dirty="0" err="1"/>
              <a:t>jelas</a:t>
            </a:r>
            <a:r>
              <a:rPr lang="en-US" dirty="0"/>
              <a:t> dan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ambigu</a:t>
            </a:r>
            <a:r>
              <a:rPr lang="en-US" dirty="0"/>
              <a:t>.</a:t>
            </a:r>
          </a:p>
          <a:p>
            <a:pPr>
              <a:lnSpc>
                <a:spcPct val="170000"/>
              </a:lnSpc>
            </a:pPr>
            <a:r>
              <a:rPr lang="en-US" b="1" dirty="0"/>
              <a:t>Finiteness</a:t>
            </a:r>
            <a:r>
              <a:rPr lang="en-US" dirty="0"/>
              <a:t>: </a:t>
            </a:r>
            <a:r>
              <a:rPr lang="en-US" dirty="0" err="1"/>
              <a:t>algoritma</a:t>
            </a:r>
            <a:r>
              <a:rPr lang="en-US" dirty="0"/>
              <a:t> </a:t>
            </a:r>
            <a:r>
              <a:rPr lang="en-US" dirty="0" err="1"/>
              <a:t>harus</a:t>
            </a:r>
            <a:r>
              <a:rPr lang="en-US" dirty="0"/>
              <a:t> </a:t>
            </a:r>
            <a:r>
              <a:rPr lang="en-US" dirty="0" err="1"/>
              <a:t>memiliki</a:t>
            </a:r>
            <a:r>
              <a:rPr lang="en-US" dirty="0"/>
              <a:t> </a:t>
            </a:r>
            <a:r>
              <a:rPr lang="en-US" dirty="0" err="1"/>
              <a:t>titik</a:t>
            </a:r>
            <a:r>
              <a:rPr lang="en-US" dirty="0"/>
              <a:t> </a:t>
            </a:r>
            <a:r>
              <a:rPr lang="en-US" dirty="0" err="1"/>
              <a:t>berhenti</a:t>
            </a:r>
            <a:r>
              <a:rPr lang="en-US" dirty="0"/>
              <a:t> (stopping rule)</a:t>
            </a:r>
          </a:p>
          <a:p>
            <a:pPr>
              <a:lnSpc>
                <a:spcPct val="170000"/>
              </a:lnSpc>
            </a:pPr>
            <a:r>
              <a:rPr lang="en-US" b="1" dirty="0"/>
              <a:t>Effectiveness</a:t>
            </a:r>
            <a:r>
              <a:rPr lang="en-US" dirty="0"/>
              <a:t>: </a:t>
            </a:r>
            <a:r>
              <a:rPr lang="en-US" dirty="0" err="1"/>
              <a:t>algoritma</a:t>
            </a:r>
            <a:r>
              <a:rPr lang="en-US" dirty="0"/>
              <a:t> </a:t>
            </a:r>
            <a:r>
              <a:rPr lang="en-US" dirty="0" err="1"/>
              <a:t>sebisa</a:t>
            </a:r>
            <a:r>
              <a:rPr lang="en-US" dirty="0"/>
              <a:t> </a:t>
            </a:r>
            <a:r>
              <a:rPr lang="en-US" dirty="0" err="1"/>
              <a:t>mungkin</a:t>
            </a:r>
            <a:r>
              <a:rPr lang="en-US" dirty="0"/>
              <a:t> </a:t>
            </a:r>
            <a:r>
              <a:rPr lang="en-US" dirty="0" err="1"/>
              <a:t>harus</a:t>
            </a:r>
            <a:r>
              <a:rPr lang="en-US" dirty="0"/>
              <a:t>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dilaksanakan</a:t>
            </a:r>
            <a:r>
              <a:rPr lang="en-US" dirty="0"/>
              <a:t> dan </a:t>
            </a:r>
            <a:r>
              <a:rPr lang="en-US" dirty="0" err="1"/>
              <a:t>efektif</a:t>
            </a:r>
            <a:r>
              <a:rPr lang="en-US" dirty="0"/>
              <a:t>. </a:t>
            </a:r>
            <a:r>
              <a:rPr lang="en-US" dirty="0" err="1"/>
              <a:t>Contoh</a:t>
            </a:r>
            <a:r>
              <a:rPr lang="en-US" dirty="0"/>
              <a:t> </a:t>
            </a:r>
            <a:r>
              <a:rPr lang="en-US" dirty="0" err="1"/>
              <a:t>intruksi</a:t>
            </a:r>
            <a:r>
              <a:rPr lang="en-US" dirty="0"/>
              <a:t> yang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efektif</a:t>
            </a:r>
            <a:r>
              <a:rPr lang="en-US" dirty="0"/>
              <a:t>: X = X – 0 </a:t>
            </a:r>
            <a:r>
              <a:rPr lang="en-US" dirty="0" err="1"/>
              <a:t>atau</a:t>
            </a:r>
            <a:r>
              <a:rPr lang="en-US" dirty="0"/>
              <a:t> X = X : 1  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76093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80B853-FB50-AE7D-3736-45709433EE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ALGORITMA DAN PEMROGRAMAN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DF17DB-8FFA-9611-7EDB-E38309DA46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Koding</a:t>
            </a:r>
            <a:r>
              <a:rPr lang="en-US" dirty="0"/>
              <a:t> = </a:t>
            </a:r>
            <a:r>
              <a:rPr lang="en-US" dirty="0" err="1"/>
              <a:t>menuliskan</a:t>
            </a:r>
            <a:r>
              <a:rPr lang="en-US" dirty="0"/>
              <a:t> </a:t>
            </a:r>
            <a:r>
              <a:rPr lang="en-US" dirty="0" err="1"/>
              <a:t>solusi</a:t>
            </a:r>
            <a:r>
              <a:rPr lang="en-US" dirty="0"/>
              <a:t> (yang </a:t>
            </a:r>
            <a:r>
              <a:rPr lang="en-US" dirty="0" err="1"/>
              <a:t>sudah</a:t>
            </a:r>
            <a:r>
              <a:rPr lang="en-US" dirty="0"/>
              <a:t> </a:t>
            </a:r>
            <a:r>
              <a:rPr lang="en-US" dirty="0" err="1"/>
              <a:t>disusun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berpikir</a:t>
            </a:r>
            <a:r>
              <a:rPr lang="en-US" dirty="0"/>
              <a:t> </a:t>
            </a:r>
            <a:r>
              <a:rPr lang="en-US" dirty="0" err="1"/>
              <a:t>komputasional</a:t>
            </a:r>
            <a:r>
              <a:rPr lang="en-US" dirty="0"/>
              <a:t>) </a:t>
            </a:r>
            <a:r>
              <a:rPr lang="en-US" dirty="0" err="1"/>
              <a:t>ke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bahasa</a:t>
            </a:r>
            <a:r>
              <a:rPr lang="en-US" dirty="0"/>
              <a:t> </a:t>
            </a:r>
            <a:r>
              <a:rPr lang="en-US" dirty="0" err="1"/>
              <a:t>komputer</a:t>
            </a:r>
            <a:r>
              <a:rPr lang="en-US" dirty="0"/>
              <a:t>.</a:t>
            </a:r>
          </a:p>
          <a:p>
            <a:r>
              <a:rPr lang="en-US" dirty="0" err="1"/>
              <a:t>Tanpa</a:t>
            </a:r>
            <a:r>
              <a:rPr lang="en-US" dirty="0"/>
              <a:t> </a:t>
            </a:r>
            <a:r>
              <a:rPr lang="en-US" dirty="0" err="1"/>
              <a:t>berpikir</a:t>
            </a:r>
            <a:r>
              <a:rPr lang="en-US" dirty="0"/>
              <a:t> </a:t>
            </a:r>
            <a:r>
              <a:rPr lang="en-US" dirty="0" err="1"/>
              <a:t>komputasional</a:t>
            </a:r>
            <a:r>
              <a:rPr lang="en-US" dirty="0"/>
              <a:t>, </a:t>
            </a:r>
            <a:r>
              <a:rPr lang="en-US" dirty="0" err="1"/>
              <a:t>koding</a:t>
            </a:r>
            <a:r>
              <a:rPr lang="en-US" dirty="0"/>
              <a:t> </a:t>
            </a:r>
            <a:r>
              <a:rPr lang="en-US" dirty="0" err="1"/>
              <a:t>bisa</a:t>
            </a:r>
            <a:r>
              <a:rPr lang="en-US" dirty="0"/>
              <a:t>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menyelesaikan</a:t>
            </a:r>
            <a:r>
              <a:rPr lang="en-US" dirty="0"/>
              <a:t> </a:t>
            </a:r>
            <a:r>
              <a:rPr lang="en-US" dirty="0" err="1"/>
              <a:t>masalah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solusi</a:t>
            </a:r>
            <a:r>
              <a:rPr lang="en-US" dirty="0"/>
              <a:t> </a:t>
            </a:r>
            <a:r>
              <a:rPr lang="en-US" dirty="0" err="1"/>
              <a:t>menjadi</a:t>
            </a:r>
            <a:r>
              <a:rPr lang="en-US" dirty="0"/>
              <a:t>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efektif</a:t>
            </a:r>
            <a:r>
              <a:rPr lang="en-US" dirty="0"/>
              <a:t> dan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efisien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60643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E56D6A-3D4E-D4E3-B44C-7549E92D1A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>
                <a:solidFill>
                  <a:schemeClr val="accent1"/>
                </a:solidFill>
              </a:rPr>
              <a:t>SISTEM KOMPUTER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4E7EA3-6F9F-9557-6A7A-7DE5CF72F101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 fontScale="85000" lnSpcReduction="20000"/>
          </a:bodyPr>
          <a:lstStyle/>
          <a:p>
            <a:pPr>
              <a:lnSpc>
                <a:spcPct val="110000"/>
              </a:lnSpc>
            </a:pPr>
            <a:r>
              <a:rPr lang="en-US" sz="2800" dirty="0"/>
              <a:t>Kumpulan </a:t>
            </a:r>
            <a:r>
              <a:rPr lang="en-US" sz="2800" dirty="0" err="1"/>
              <a:t>perangkat</a:t>
            </a:r>
            <a:r>
              <a:rPr lang="en-US" sz="2800" dirty="0"/>
              <a:t> </a:t>
            </a:r>
            <a:r>
              <a:rPr lang="en-US" sz="2800" dirty="0" err="1"/>
              <a:t>komputer</a:t>
            </a:r>
            <a:r>
              <a:rPr lang="en-US" sz="2800" dirty="0"/>
              <a:t> yang </a:t>
            </a:r>
            <a:r>
              <a:rPr lang="en-US" sz="2800" dirty="0" err="1"/>
              <a:t>saling</a:t>
            </a:r>
            <a:r>
              <a:rPr lang="en-US" sz="2800" dirty="0"/>
              <a:t> </a:t>
            </a:r>
            <a:r>
              <a:rPr lang="en-US" sz="2800" dirty="0" err="1"/>
              <a:t>berhubungan</a:t>
            </a:r>
            <a:r>
              <a:rPr lang="en-US" sz="2800" dirty="0"/>
              <a:t> dan </a:t>
            </a:r>
            <a:r>
              <a:rPr lang="en-US" sz="2800" dirty="0" err="1"/>
              <a:t>berinteraksi</a:t>
            </a:r>
            <a:r>
              <a:rPr lang="en-US" sz="2800" dirty="0"/>
              <a:t> </a:t>
            </a:r>
            <a:r>
              <a:rPr lang="en-US" sz="2800" dirty="0" err="1"/>
              <a:t>satu</a:t>
            </a:r>
            <a:r>
              <a:rPr lang="en-US" sz="2800" dirty="0"/>
              <a:t> </a:t>
            </a:r>
            <a:r>
              <a:rPr lang="en-US" sz="2800" dirty="0" err="1"/>
              <a:t>sama</a:t>
            </a:r>
            <a:r>
              <a:rPr lang="en-US" sz="2800" dirty="0"/>
              <a:t> lain </a:t>
            </a:r>
            <a:r>
              <a:rPr lang="en-US" sz="2800" dirty="0" err="1"/>
              <a:t>untuk</a:t>
            </a:r>
            <a:r>
              <a:rPr lang="en-US" sz="2800" dirty="0"/>
              <a:t> </a:t>
            </a:r>
            <a:r>
              <a:rPr lang="en-US" sz="2800" dirty="0" err="1"/>
              <a:t>melakukan</a:t>
            </a:r>
            <a:r>
              <a:rPr lang="en-US" sz="2800" dirty="0"/>
              <a:t> proses </a:t>
            </a:r>
            <a:r>
              <a:rPr lang="en-US" sz="2800" dirty="0" err="1"/>
              <a:t>pengolahan</a:t>
            </a:r>
            <a:r>
              <a:rPr lang="en-US" sz="2800" dirty="0"/>
              <a:t> data agar </a:t>
            </a:r>
            <a:r>
              <a:rPr lang="en-US" sz="2800" dirty="0" err="1"/>
              <a:t>dapat</a:t>
            </a:r>
            <a:r>
              <a:rPr lang="en-US" sz="2800" dirty="0"/>
              <a:t> </a:t>
            </a:r>
            <a:r>
              <a:rPr lang="en-US" sz="2800" dirty="0" err="1"/>
              <a:t>menghasilkan</a:t>
            </a:r>
            <a:r>
              <a:rPr lang="en-US" sz="2800" dirty="0"/>
              <a:t> </a:t>
            </a:r>
            <a:r>
              <a:rPr lang="en-US" sz="2800" dirty="0" err="1"/>
              <a:t>informasi</a:t>
            </a:r>
            <a:r>
              <a:rPr lang="en-US" sz="2800" dirty="0"/>
              <a:t> yang </a:t>
            </a:r>
            <a:r>
              <a:rPr lang="en-US" sz="2800" dirty="0" err="1"/>
              <a:t>diharapkan</a:t>
            </a:r>
            <a:r>
              <a:rPr lang="en-US" sz="2800" dirty="0"/>
              <a:t> oleh user.</a:t>
            </a:r>
          </a:p>
          <a:p>
            <a:pPr algn="just">
              <a:lnSpc>
                <a:spcPct val="110000"/>
              </a:lnSpc>
            </a:pPr>
            <a:endParaRPr lang="en-US" sz="2800" dirty="0"/>
          </a:p>
        </p:txBody>
      </p:sp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DD527798-A261-5E19-24D3-EA59DA6FB97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96633664"/>
              </p:ext>
            </p:extLst>
          </p:nvPr>
        </p:nvGraphicFramePr>
        <p:xfrm>
          <a:off x="5541484" y="266218"/>
          <a:ext cx="5995901" cy="59107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105559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99A38D-8947-B680-2810-5F7C2CC850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SISTEM KOMPUTER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7B2A8E-1229-FB6C-3193-A634992D997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ED7622D-9BB6-87F9-B1C5-8F60BF728EE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452A457-7150-EA2F-B7C7-40DA1BB4E4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9312" y="764348"/>
            <a:ext cx="5422900" cy="5168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50051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7E3D9B-087C-428B-2E47-D4B95844B5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PROGRAM DAN BAHASA PEMROGRAMAN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CF2B35-2E21-85C3-3226-26D89107BB9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pPr algn="just" rtl="0" fontAlgn="base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D" sz="2000" b="1" i="0" u="none" strike="noStrike" dirty="0">
                <a:solidFill>
                  <a:srgbClr val="000000"/>
                </a:solidFill>
                <a:effectLst/>
              </a:rPr>
              <a:t>Program: </a:t>
            </a:r>
            <a:r>
              <a:rPr lang="en-ID" sz="2000" b="0" i="0" u="none" strike="noStrike" dirty="0" err="1">
                <a:solidFill>
                  <a:srgbClr val="000000"/>
                </a:solidFill>
                <a:effectLst/>
              </a:rPr>
              <a:t>sekumpulan</a:t>
            </a:r>
            <a:r>
              <a:rPr lang="en-ID" sz="20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n-ID" sz="2000" b="0" i="0" u="none" strike="noStrike" dirty="0" err="1">
                <a:solidFill>
                  <a:srgbClr val="000000"/>
                </a:solidFill>
                <a:effectLst/>
              </a:rPr>
              <a:t>instruksi</a:t>
            </a:r>
            <a:r>
              <a:rPr lang="en-ID" sz="2000" b="0" i="0" u="none" strike="noStrike" dirty="0">
                <a:solidFill>
                  <a:srgbClr val="000000"/>
                </a:solidFill>
                <a:effectLst/>
              </a:rPr>
              <a:t> yang </a:t>
            </a:r>
            <a:r>
              <a:rPr lang="en-ID" sz="2000" b="0" i="0" u="none" strike="noStrike" dirty="0" err="1">
                <a:solidFill>
                  <a:srgbClr val="000000"/>
                </a:solidFill>
                <a:effectLst/>
              </a:rPr>
              <a:t>ditulis</a:t>
            </a:r>
            <a:r>
              <a:rPr lang="en-ID" sz="20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n-ID" sz="2000" b="0" i="0" u="none" strike="noStrike" dirty="0" err="1">
                <a:solidFill>
                  <a:srgbClr val="000000"/>
                </a:solidFill>
                <a:effectLst/>
              </a:rPr>
              <a:t>dalam</a:t>
            </a:r>
            <a:r>
              <a:rPr lang="en-ID" sz="20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n-ID" sz="2000" b="0" i="0" u="none" strike="noStrike" dirty="0" err="1">
                <a:solidFill>
                  <a:srgbClr val="000000"/>
                </a:solidFill>
                <a:effectLst/>
              </a:rPr>
              <a:t>suatu</a:t>
            </a:r>
            <a:r>
              <a:rPr lang="en-ID" sz="20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n-ID" sz="2000" b="0" i="0" u="none" strike="noStrike" dirty="0" err="1">
                <a:solidFill>
                  <a:srgbClr val="000000"/>
                </a:solidFill>
                <a:effectLst/>
              </a:rPr>
              <a:t>bahasa</a:t>
            </a:r>
            <a:r>
              <a:rPr lang="en-ID" sz="20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n-ID" sz="2000" b="0" i="0" u="none" strike="noStrike" dirty="0" err="1">
                <a:solidFill>
                  <a:srgbClr val="000000"/>
                </a:solidFill>
                <a:effectLst/>
              </a:rPr>
              <a:t>pemrograman</a:t>
            </a:r>
            <a:r>
              <a:rPr lang="en-ID" sz="20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n-ID" sz="2000" b="0" i="0" u="none" strike="noStrike" dirty="0" err="1">
                <a:solidFill>
                  <a:srgbClr val="000000"/>
                </a:solidFill>
                <a:effectLst/>
              </a:rPr>
              <a:t>tertentu</a:t>
            </a:r>
            <a:r>
              <a:rPr lang="en-ID" sz="20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n-ID" sz="2000" b="0" i="0" u="none" strike="noStrike" dirty="0" err="1">
                <a:solidFill>
                  <a:srgbClr val="000000"/>
                </a:solidFill>
                <a:effectLst/>
              </a:rPr>
              <a:t>untuk</a:t>
            </a:r>
            <a:r>
              <a:rPr lang="en-ID" sz="20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n-ID" sz="2000" b="0" i="0" u="none" strike="noStrike" dirty="0" err="1">
                <a:solidFill>
                  <a:srgbClr val="000000"/>
                </a:solidFill>
                <a:effectLst/>
              </a:rPr>
              <a:t>mengintruksikan</a:t>
            </a:r>
            <a:r>
              <a:rPr lang="en-ID" sz="20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n-ID" sz="2000" b="0" i="0" u="none" strike="noStrike" dirty="0" err="1">
                <a:solidFill>
                  <a:srgbClr val="000000"/>
                </a:solidFill>
                <a:effectLst/>
              </a:rPr>
              <a:t>komputer</a:t>
            </a:r>
            <a:r>
              <a:rPr lang="en-ID" sz="20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n-ID" sz="2000" b="0" i="0" u="none" strike="noStrike" dirty="0" err="1">
                <a:solidFill>
                  <a:srgbClr val="000000"/>
                </a:solidFill>
                <a:effectLst/>
              </a:rPr>
              <a:t>atau</a:t>
            </a:r>
            <a:r>
              <a:rPr lang="en-ID" sz="20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n-ID" sz="2000" b="0" i="0" u="none" strike="noStrike" dirty="0" err="1">
                <a:solidFill>
                  <a:srgbClr val="000000"/>
                </a:solidFill>
                <a:effectLst/>
              </a:rPr>
              <a:t>sistem</a:t>
            </a:r>
            <a:r>
              <a:rPr lang="en-ID" sz="20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n-ID" sz="2000" b="0" i="0" u="none" strike="noStrike" dirty="0" err="1">
                <a:solidFill>
                  <a:srgbClr val="000000"/>
                </a:solidFill>
                <a:effectLst/>
              </a:rPr>
              <a:t>komputer</a:t>
            </a:r>
            <a:r>
              <a:rPr lang="en-ID" sz="20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n-ID" sz="2000" b="0" i="0" u="none" strike="noStrike" dirty="0" err="1">
                <a:solidFill>
                  <a:srgbClr val="000000"/>
                </a:solidFill>
                <a:effectLst/>
              </a:rPr>
              <a:t>lainnya</a:t>
            </a:r>
            <a:r>
              <a:rPr lang="en-ID" sz="20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n-ID" sz="2000" b="0" i="0" u="none" strike="noStrike" dirty="0" err="1">
                <a:solidFill>
                  <a:srgbClr val="000000"/>
                </a:solidFill>
                <a:effectLst/>
              </a:rPr>
              <a:t>untuk</a:t>
            </a:r>
            <a:r>
              <a:rPr lang="en-ID" sz="20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n-ID" sz="2000" b="0" i="0" u="none" strike="noStrike" dirty="0" err="1">
                <a:solidFill>
                  <a:srgbClr val="000000"/>
                </a:solidFill>
                <a:effectLst/>
              </a:rPr>
              <a:t>menjalankan</a:t>
            </a:r>
            <a:r>
              <a:rPr lang="en-ID" sz="20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n-ID" sz="2000" b="0" i="0" u="none" strike="noStrike" dirty="0" err="1">
                <a:solidFill>
                  <a:srgbClr val="000000"/>
                </a:solidFill>
                <a:effectLst/>
              </a:rPr>
              <a:t>tugas</a:t>
            </a:r>
            <a:r>
              <a:rPr lang="en-ID" sz="20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n-ID" sz="2000" b="0" i="0" u="none" strike="noStrike" dirty="0" err="1">
                <a:solidFill>
                  <a:srgbClr val="000000"/>
                </a:solidFill>
                <a:effectLst/>
              </a:rPr>
              <a:t>atau</a:t>
            </a:r>
            <a:r>
              <a:rPr lang="en-ID" sz="20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n-ID" sz="2000" b="0" i="0" u="none" strike="noStrike" dirty="0" err="1">
                <a:solidFill>
                  <a:srgbClr val="000000"/>
                </a:solidFill>
                <a:effectLst/>
              </a:rPr>
              <a:t>fungsi</a:t>
            </a:r>
            <a:r>
              <a:rPr lang="en-ID" sz="2000" b="0" i="0" u="none" strike="noStrike" dirty="0">
                <a:solidFill>
                  <a:srgbClr val="000000"/>
                </a:solidFill>
                <a:effectLst/>
              </a:rPr>
              <a:t>.</a:t>
            </a:r>
            <a:endParaRPr lang="en-ID" sz="2000" b="1" i="0" u="none" strike="noStrike" dirty="0">
              <a:solidFill>
                <a:srgbClr val="4A8CFF"/>
              </a:solidFill>
              <a:effectLst/>
            </a:endParaRPr>
          </a:p>
          <a:p>
            <a:pPr algn="just" rtl="0" fontAlgn="base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D" sz="2000" b="0" i="0" u="none" strike="noStrike" dirty="0">
                <a:solidFill>
                  <a:srgbClr val="000000"/>
                </a:solidFill>
                <a:effectLst/>
              </a:rPr>
              <a:t>Program </a:t>
            </a:r>
            <a:r>
              <a:rPr lang="en-ID" sz="2000" b="0" i="0" u="none" strike="noStrike" dirty="0" err="1">
                <a:solidFill>
                  <a:srgbClr val="000000"/>
                </a:solidFill>
                <a:effectLst/>
              </a:rPr>
              <a:t>disebut</a:t>
            </a:r>
            <a:r>
              <a:rPr lang="en-ID" sz="2000" b="0" i="0" u="none" strike="noStrike" dirty="0">
                <a:solidFill>
                  <a:srgbClr val="000000"/>
                </a:solidFill>
                <a:effectLst/>
              </a:rPr>
              <a:t> juga </a:t>
            </a:r>
            <a:r>
              <a:rPr lang="en-ID" sz="2000" b="0" i="1" u="none" strike="noStrike" dirty="0">
                <a:solidFill>
                  <a:srgbClr val="000000"/>
                </a:solidFill>
                <a:effectLst/>
              </a:rPr>
              <a:t>source code </a:t>
            </a:r>
            <a:r>
              <a:rPr lang="en-ID" sz="2000" b="0" i="0" u="none" strike="noStrike" dirty="0">
                <a:solidFill>
                  <a:srgbClr val="000000"/>
                </a:solidFill>
                <a:effectLst/>
              </a:rPr>
              <a:t>dan </a:t>
            </a:r>
            <a:r>
              <a:rPr lang="en-ID" sz="2000" b="0" i="0" u="none" strike="noStrike" dirty="0" err="1">
                <a:solidFill>
                  <a:srgbClr val="000000"/>
                </a:solidFill>
                <a:effectLst/>
              </a:rPr>
              <a:t>dibuat</a:t>
            </a:r>
            <a:r>
              <a:rPr lang="en-ID" sz="2000" b="0" i="0" u="none" strike="noStrike" dirty="0">
                <a:solidFill>
                  <a:srgbClr val="000000"/>
                </a:solidFill>
                <a:effectLst/>
              </a:rPr>
              <a:t> oleh </a:t>
            </a:r>
            <a:r>
              <a:rPr lang="en-ID" sz="2000" b="0" i="1" u="none" strike="noStrike" dirty="0">
                <a:solidFill>
                  <a:srgbClr val="000000"/>
                </a:solidFill>
                <a:effectLst/>
              </a:rPr>
              <a:t>programmer</a:t>
            </a:r>
            <a:endParaRPr lang="en-ID" sz="2000" b="0" i="0" u="none" strike="noStrike" dirty="0">
              <a:solidFill>
                <a:srgbClr val="4A8CFF"/>
              </a:solidFill>
              <a:effectLst/>
            </a:endParaRPr>
          </a:p>
          <a:p>
            <a:pPr algn="just" rtl="0" fontAlgn="base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D" sz="2000" b="0" i="0" u="none" strike="noStrike" dirty="0" err="1">
                <a:solidFill>
                  <a:srgbClr val="000000"/>
                </a:solidFill>
                <a:effectLst/>
              </a:rPr>
              <a:t>Tujuan</a:t>
            </a:r>
            <a:r>
              <a:rPr lang="en-ID" sz="20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n-ID" sz="2000" b="0" i="0" u="none" strike="noStrike" dirty="0" err="1">
                <a:solidFill>
                  <a:srgbClr val="000000"/>
                </a:solidFill>
                <a:effectLst/>
              </a:rPr>
              <a:t>dari</a:t>
            </a:r>
            <a:r>
              <a:rPr lang="en-ID" sz="2000" b="0" i="0" u="none" strike="noStrike" dirty="0">
                <a:solidFill>
                  <a:srgbClr val="000000"/>
                </a:solidFill>
                <a:effectLst/>
              </a:rPr>
              <a:t> program </a:t>
            </a:r>
            <a:r>
              <a:rPr lang="en-ID" sz="2000" b="0" i="0" u="none" strike="noStrike" dirty="0" err="1">
                <a:solidFill>
                  <a:srgbClr val="000000"/>
                </a:solidFill>
                <a:effectLst/>
              </a:rPr>
              <a:t>adalah</a:t>
            </a:r>
            <a:r>
              <a:rPr lang="en-ID" sz="20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n-ID" sz="2000" b="0" i="0" u="none" strike="noStrike" dirty="0" err="1">
                <a:solidFill>
                  <a:srgbClr val="000000"/>
                </a:solidFill>
                <a:effectLst/>
              </a:rPr>
              <a:t>mencapai</a:t>
            </a:r>
            <a:r>
              <a:rPr lang="en-ID" sz="20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n-ID" sz="2000" b="0" i="0" u="none" strike="noStrike" dirty="0" err="1">
                <a:solidFill>
                  <a:srgbClr val="000000"/>
                </a:solidFill>
                <a:effectLst/>
              </a:rPr>
              <a:t>hasil</a:t>
            </a:r>
            <a:r>
              <a:rPr lang="en-ID" sz="2000" b="0" i="0" u="none" strike="noStrike" dirty="0">
                <a:solidFill>
                  <a:srgbClr val="000000"/>
                </a:solidFill>
                <a:effectLst/>
              </a:rPr>
              <a:t> yang </a:t>
            </a:r>
            <a:r>
              <a:rPr lang="en-ID" sz="2000" b="0" i="0" u="none" strike="noStrike" dirty="0" err="1">
                <a:solidFill>
                  <a:srgbClr val="000000"/>
                </a:solidFill>
                <a:effectLst/>
              </a:rPr>
              <a:t>diharapkan</a:t>
            </a:r>
            <a:r>
              <a:rPr lang="en-ID" sz="2000" b="0" i="0" u="none" strike="noStrike" dirty="0">
                <a:solidFill>
                  <a:srgbClr val="000000"/>
                </a:solidFill>
                <a:effectLst/>
              </a:rPr>
              <a:t> oleh </a:t>
            </a:r>
            <a:r>
              <a:rPr lang="en-ID" sz="2000" b="0" i="1" u="none" strike="noStrike" dirty="0">
                <a:solidFill>
                  <a:srgbClr val="000000"/>
                </a:solidFill>
                <a:effectLst/>
              </a:rPr>
              <a:t>programmer </a:t>
            </a:r>
            <a:r>
              <a:rPr lang="en-ID" sz="2000" b="0" i="0" u="none" strike="noStrike" dirty="0" err="1">
                <a:solidFill>
                  <a:srgbClr val="000000"/>
                </a:solidFill>
                <a:effectLst/>
              </a:rPr>
              <a:t>seperti</a:t>
            </a:r>
            <a:r>
              <a:rPr lang="en-ID" sz="2000" b="0" i="0" u="none" strike="noStrike" dirty="0">
                <a:solidFill>
                  <a:srgbClr val="000000"/>
                </a:solidFill>
                <a:effectLst/>
              </a:rPr>
              <a:t>: </a:t>
            </a:r>
            <a:r>
              <a:rPr lang="en-ID" sz="2000" b="0" i="0" u="none" strike="noStrike" dirty="0" err="1">
                <a:solidFill>
                  <a:srgbClr val="000000"/>
                </a:solidFill>
                <a:effectLst/>
              </a:rPr>
              <a:t>pemrosesan</a:t>
            </a:r>
            <a:r>
              <a:rPr lang="en-ID" sz="2000" b="0" i="0" u="none" strike="noStrike" dirty="0">
                <a:solidFill>
                  <a:srgbClr val="000000"/>
                </a:solidFill>
                <a:effectLst/>
              </a:rPr>
              <a:t> data, </a:t>
            </a:r>
            <a:r>
              <a:rPr lang="en-ID" sz="2000" b="0" i="0" u="none" strike="noStrike" dirty="0" err="1">
                <a:solidFill>
                  <a:srgbClr val="000000"/>
                </a:solidFill>
                <a:effectLst/>
              </a:rPr>
              <a:t>pengolahan</a:t>
            </a:r>
            <a:r>
              <a:rPr lang="en-ID" sz="20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n-ID" sz="2000" b="0" i="0" u="none" strike="noStrike" dirty="0" err="1">
                <a:solidFill>
                  <a:srgbClr val="000000"/>
                </a:solidFill>
                <a:effectLst/>
              </a:rPr>
              <a:t>informasi</a:t>
            </a:r>
            <a:r>
              <a:rPr lang="en-ID" sz="2000" b="0" i="0" u="none" strike="noStrike" dirty="0">
                <a:solidFill>
                  <a:srgbClr val="000000"/>
                </a:solidFill>
                <a:effectLst/>
              </a:rPr>
              <a:t>, </a:t>
            </a:r>
            <a:r>
              <a:rPr lang="en-ID" sz="2000" b="0" i="0" u="none" strike="noStrike" dirty="0" err="1">
                <a:solidFill>
                  <a:srgbClr val="000000"/>
                </a:solidFill>
                <a:effectLst/>
              </a:rPr>
              <a:t>atau</a:t>
            </a:r>
            <a:r>
              <a:rPr lang="en-ID" sz="20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n-ID" sz="2000" b="0" i="0" u="none" strike="noStrike" dirty="0" err="1">
                <a:solidFill>
                  <a:srgbClr val="000000"/>
                </a:solidFill>
                <a:effectLst/>
              </a:rPr>
              <a:t>penyelesaian</a:t>
            </a:r>
            <a:r>
              <a:rPr lang="en-ID" sz="20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n-ID" sz="2000" b="0" i="0" u="none" strike="noStrike" dirty="0" err="1">
                <a:solidFill>
                  <a:srgbClr val="000000"/>
                </a:solidFill>
                <a:effectLst/>
              </a:rPr>
              <a:t>masalah</a:t>
            </a:r>
            <a:r>
              <a:rPr lang="en-ID" sz="20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n-ID" sz="2000" b="0" i="0" u="none" strike="noStrike" dirty="0" err="1">
                <a:solidFill>
                  <a:srgbClr val="000000"/>
                </a:solidFill>
                <a:effectLst/>
              </a:rPr>
              <a:t>tertentu</a:t>
            </a:r>
            <a:r>
              <a:rPr lang="en-ID" sz="2000" b="0" i="0" u="none" strike="noStrike" dirty="0">
                <a:solidFill>
                  <a:srgbClr val="000000"/>
                </a:solidFill>
                <a:effectLst/>
              </a:rPr>
              <a:t>.</a:t>
            </a:r>
            <a:endParaRPr lang="en-ID" sz="2000" b="0" i="0" u="none" strike="noStrike" dirty="0">
              <a:solidFill>
                <a:srgbClr val="4A8CFF"/>
              </a:solidFill>
              <a:effectLst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8B3D62F-3CFD-A795-C502-CFCF4757230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algn="just" rtl="0" fontAlgn="base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D" sz="2000" b="1" i="0" u="none" strike="noStrike" dirty="0">
                <a:solidFill>
                  <a:srgbClr val="000000"/>
                </a:solidFill>
                <a:effectLst/>
              </a:rPr>
              <a:t>Bahasa </a:t>
            </a:r>
            <a:r>
              <a:rPr lang="en-ID" sz="2000" b="1" i="0" u="none" strike="noStrike" dirty="0" err="1">
                <a:solidFill>
                  <a:srgbClr val="000000"/>
                </a:solidFill>
                <a:effectLst/>
              </a:rPr>
              <a:t>Pemrograman</a:t>
            </a:r>
            <a:r>
              <a:rPr lang="en-ID" sz="2000" b="1" i="0" u="none" strike="noStrike" dirty="0">
                <a:solidFill>
                  <a:srgbClr val="000000"/>
                </a:solidFill>
                <a:effectLst/>
              </a:rPr>
              <a:t>: </a:t>
            </a:r>
            <a:r>
              <a:rPr lang="en-ID" sz="2000" b="0" i="0" u="none" strike="noStrike" dirty="0" err="1">
                <a:solidFill>
                  <a:srgbClr val="000000"/>
                </a:solidFill>
                <a:effectLst/>
              </a:rPr>
              <a:t>bahasa</a:t>
            </a:r>
            <a:r>
              <a:rPr lang="en-ID" sz="2000" b="0" i="0" u="none" strike="noStrike" dirty="0">
                <a:solidFill>
                  <a:srgbClr val="000000"/>
                </a:solidFill>
                <a:effectLst/>
              </a:rPr>
              <a:t> yang </a:t>
            </a:r>
            <a:r>
              <a:rPr lang="en-ID" sz="2000" b="0" i="0" u="none" strike="noStrike" dirty="0" err="1">
                <a:solidFill>
                  <a:srgbClr val="000000"/>
                </a:solidFill>
                <a:effectLst/>
              </a:rPr>
              <a:t>digunakan</a:t>
            </a:r>
            <a:r>
              <a:rPr lang="en-ID" sz="2000" b="0" i="0" u="none" strike="noStrike" dirty="0">
                <a:solidFill>
                  <a:srgbClr val="000000"/>
                </a:solidFill>
                <a:effectLst/>
              </a:rPr>
              <a:t> oleh </a:t>
            </a:r>
            <a:r>
              <a:rPr lang="en-ID" sz="2000" b="0" i="1" u="none" strike="noStrike" dirty="0">
                <a:solidFill>
                  <a:srgbClr val="000000"/>
                </a:solidFill>
                <a:effectLst/>
              </a:rPr>
              <a:t>programmer </a:t>
            </a:r>
            <a:r>
              <a:rPr lang="en-ID" sz="2000" b="0" i="0" u="none" strike="noStrike" dirty="0" err="1">
                <a:solidFill>
                  <a:srgbClr val="000000"/>
                </a:solidFill>
                <a:effectLst/>
              </a:rPr>
              <a:t>untuk</a:t>
            </a:r>
            <a:r>
              <a:rPr lang="en-ID" sz="20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n-ID" sz="2000" b="0" i="0" u="none" strike="noStrike" dirty="0" err="1">
                <a:solidFill>
                  <a:srgbClr val="000000"/>
                </a:solidFill>
                <a:effectLst/>
              </a:rPr>
              <a:t>membuat</a:t>
            </a:r>
            <a:r>
              <a:rPr lang="en-ID" sz="20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n-ID" sz="2000" b="0" i="0" u="none" strike="noStrike" dirty="0" err="1">
                <a:solidFill>
                  <a:srgbClr val="000000"/>
                </a:solidFill>
                <a:effectLst/>
              </a:rPr>
              <a:t>atau</a:t>
            </a:r>
            <a:r>
              <a:rPr lang="en-ID" sz="20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n-ID" sz="2000" b="0" i="0" u="none" strike="noStrike" dirty="0" err="1">
                <a:solidFill>
                  <a:srgbClr val="000000"/>
                </a:solidFill>
                <a:effectLst/>
              </a:rPr>
              <a:t>menulis</a:t>
            </a:r>
            <a:r>
              <a:rPr lang="en-ID" sz="20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n-ID" sz="2000" b="0" i="0" u="none" strike="noStrike" dirty="0" err="1">
                <a:solidFill>
                  <a:srgbClr val="000000"/>
                </a:solidFill>
                <a:effectLst/>
              </a:rPr>
              <a:t>progam</a:t>
            </a:r>
            <a:r>
              <a:rPr lang="en-ID" sz="20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n-ID" sz="2000" b="0" i="0" u="none" strike="noStrike" dirty="0" err="1">
                <a:solidFill>
                  <a:srgbClr val="000000"/>
                </a:solidFill>
                <a:effectLst/>
              </a:rPr>
              <a:t>komputer</a:t>
            </a:r>
            <a:r>
              <a:rPr lang="en-ID" sz="2000" b="0" i="0" u="none" strike="noStrike" dirty="0">
                <a:solidFill>
                  <a:srgbClr val="000000"/>
                </a:solidFill>
                <a:effectLst/>
              </a:rPr>
              <a:t>.</a:t>
            </a:r>
            <a:endParaRPr lang="en-ID" sz="2000" b="1" i="0" u="none" strike="noStrike" dirty="0">
              <a:solidFill>
                <a:srgbClr val="4A8CFF"/>
              </a:solidFill>
              <a:effectLst/>
            </a:endParaRPr>
          </a:p>
          <a:p>
            <a:pPr algn="just" rtl="0" fontAlgn="base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D" sz="2000" b="0" i="0" u="none" strike="noStrike" dirty="0" err="1">
                <a:solidFill>
                  <a:srgbClr val="000000"/>
                </a:solidFill>
                <a:effectLst/>
              </a:rPr>
              <a:t>Contoh</a:t>
            </a:r>
            <a:r>
              <a:rPr lang="en-ID" sz="2000" b="0" i="0" u="none" strike="noStrike" dirty="0">
                <a:solidFill>
                  <a:srgbClr val="000000"/>
                </a:solidFill>
                <a:effectLst/>
              </a:rPr>
              <a:t>: JavaScript, PHP, Python, Golang, Ruby, Java, C++, </a:t>
            </a:r>
            <a:r>
              <a:rPr lang="en-ID" sz="2000" b="0" i="0" u="none" strike="noStrike" dirty="0" err="1">
                <a:solidFill>
                  <a:srgbClr val="000000"/>
                </a:solidFill>
                <a:effectLst/>
              </a:rPr>
              <a:t>dll</a:t>
            </a:r>
            <a:r>
              <a:rPr lang="en-ID" sz="2000" b="0" i="0" u="none" strike="noStrike" dirty="0">
                <a:solidFill>
                  <a:srgbClr val="000000"/>
                </a:solidFill>
                <a:effectLst/>
              </a:rPr>
              <a:t>.</a:t>
            </a:r>
            <a:endParaRPr lang="en-ID" sz="2000" b="0" i="0" u="none" strike="noStrike" dirty="0">
              <a:solidFill>
                <a:srgbClr val="4A8CFF"/>
              </a:solidFill>
              <a:effectLst/>
            </a:endParaRPr>
          </a:p>
          <a:p>
            <a:pPr algn="just" rtl="0" fontAlgn="base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D" sz="2000" b="0" i="0" u="none" strike="noStrike" dirty="0" err="1">
                <a:solidFill>
                  <a:srgbClr val="000000"/>
                </a:solidFill>
                <a:effectLst/>
              </a:rPr>
              <a:t>Setiap</a:t>
            </a:r>
            <a:r>
              <a:rPr lang="en-ID" sz="20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n-ID" sz="2000" b="0" i="0" u="none" strike="noStrike" dirty="0" err="1">
                <a:solidFill>
                  <a:srgbClr val="000000"/>
                </a:solidFill>
                <a:effectLst/>
              </a:rPr>
              <a:t>bahasa</a:t>
            </a:r>
            <a:r>
              <a:rPr lang="en-ID" sz="20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n-ID" sz="2000" b="0" i="0" u="none" strike="noStrike" dirty="0" err="1">
                <a:solidFill>
                  <a:srgbClr val="000000"/>
                </a:solidFill>
                <a:effectLst/>
              </a:rPr>
              <a:t>pemrograman</a:t>
            </a:r>
            <a:r>
              <a:rPr lang="en-ID" sz="20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n-ID" sz="2000" b="0" i="0" u="none" strike="noStrike" dirty="0" err="1">
                <a:solidFill>
                  <a:srgbClr val="000000"/>
                </a:solidFill>
                <a:effectLst/>
              </a:rPr>
              <a:t>memiliki</a:t>
            </a:r>
            <a:r>
              <a:rPr lang="en-ID" sz="20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n-ID" sz="2000" b="0" i="0" u="none" strike="noStrike" dirty="0" err="1">
                <a:solidFill>
                  <a:srgbClr val="000000"/>
                </a:solidFill>
                <a:effectLst/>
              </a:rPr>
              <a:t>karakteristik</a:t>
            </a:r>
            <a:r>
              <a:rPr lang="en-ID" sz="2000" b="0" i="0" u="none" strike="noStrike" dirty="0">
                <a:solidFill>
                  <a:srgbClr val="000000"/>
                </a:solidFill>
                <a:effectLst/>
              </a:rPr>
              <a:t> dan </a:t>
            </a:r>
            <a:r>
              <a:rPr lang="en-ID" sz="2000" b="0" i="0" u="none" strike="noStrike" dirty="0" err="1">
                <a:solidFill>
                  <a:srgbClr val="000000"/>
                </a:solidFill>
                <a:effectLst/>
              </a:rPr>
              <a:t>kegunaan</a:t>
            </a:r>
            <a:r>
              <a:rPr lang="en-ID" sz="2000" b="0" i="0" u="none" strike="noStrike" dirty="0">
                <a:solidFill>
                  <a:srgbClr val="000000"/>
                </a:solidFill>
                <a:effectLst/>
              </a:rPr>
              <a:t> yang </a:t>
            </a:r>
            <a:r>
              <a:rPr lang="en-ID" sz="2000" b="0" i="0" u="none" strike="noStrike" dirty="0" err="1">
                <a:solidFill>
                  <a:srgbClr val="000000"/>
                </a:solidFill>
                <a:effectLst/>
              </a:rPr>
              <a:t>berbeda</a:t>
            </a:r>
            <a:r>
              <a:rPr lang="en-ID" sz="2000" b="0" i="0" u="none" strike="noStrike" dirty="0">
                <a:solidFill>
                  <a:srgbClr val="000000"/>
                </a:solidFill>
                <a:effectLst/>
              </a:rPr>
              <a:t>. </a:t>
            </a:r>
            <a:r>
              <a:rPr lang="en-ID" sz="2000" b="0" i="0" u="none" strike="noStrike" dirty="0" err="1">
                <a:solidFill>
                  <a:srgbClr val="000000"/>
                </a:solidFill>
                <a:effectLst/>
              </a:rPr>
              <a:t>Sehingga</a:t>
            </a:r>
            <a:r>
              <a:rPr lang="en-ID" sz="20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n-ID" sz="2000" b="0" i="0" u="none" strike="noStrike" dirty="0" err="1">
                <a:solidFill>
                  <a:srgbClr val="000000"/>
                </a:solidFill>
                <a:effectLst/>
              </a:rPr>
              <a:t>pemilihan</a:t>
            </a:r>
            <a:r>
              <a:rPr lang="en-ID" sz="20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n-ID" sz="2000" b="0" i="0" u="none" strike="noStrike" dirty="0" err="1">
                <a:solidFill>
                  <a:srgbClr val="000000"/>
                </a:solidFill>
                <a:effectLst/>
              </a:rPr>
              <a:t>bahasa</a:t>
            </a:r>
            <a:r>
              <a:rPr lang="en-ID" sz="20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n-ID" sz="2000" b="0" i="0" u="none" strike="noStrike" dirty="0" err="1">
                <a:solidFill>
                  <a:srgbClr val="000000"/>
                </a:solidFill>
                <a:effectLst/>
              </a:rPr>
              <a:t>pemrograman</a:t>
            </a:r>
            <a:r>
              <a:rPr lang="en-ID" sz="20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n-ID" sz="2000" b="0" i="0" u="none" strike="noStrike" dirty="0" err="1">
                <a:solidFill>
                  <a:srgbClr val="000000"/>
                </a:solidFill>
                <a:effectLst/>
              </a:rPr>
              <a:t>tergantung</a:t>
            </a:r>
            <a:r>
              <a:rPr lang="en-ID" sz="2000" b="0" i="0" u="none" strike="noStrike" dirty="0">
                <a:solidFill>
                  <a:srgbClr val="000000"/>
                </a:solidFill>
                <a:effectLst/>
              </a:rPr>
              <a:t> pada </a:t>
            </a:r>
            <a:r>
              <a:rPr lang="en-ID" sz="2000" b="0" i="0" u="none" strike="noStrike" dirty="0" err="1">
                <a:solidFill>
                  <a:srgbClr val="000000"/>
                </a:solidFill>
                <a:effectLst/>
              </a:rPr>
              <a:t>tugas</a:t>
            </a:r>
            <a:r>
              <a:rPr lang="en-ID" sz="2000" b="0" i="0" u="none" strike="noStrike" dirty="0">
                <a:solidFill>
                  <a:srgbClr val="000000"/>
                </a:solidFill>
                <a:effectLst/>
              </a:rPr>
              <a:t> yang </a:t>
            </a:r>
            <a:r>
              <a:rPr lang="en-ID" sz="2000" b="0" i="0" u="none" strike="noStrike" dirty="0" err="1">
                <a:solidFill>
                  <a:srgbClr val="000000"/>
                </a:solidFill>
                <a:effectLst/>
              </a:rPr>
              <a:t>akan</a:t>
            </a:r>
            <a:r>
              <a:rPr lang="en-ID" sz="20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n-ID" sz="2000" b="0" i="0" u="none" strike="noStrike" dirty="0" err="1">
                <a:solidFill>
                  <a:srgbClr val="000000"/>
                </a:solidFill>
                <a:effectLst/>
              </a:rPr>
              <a:t>dilakukan</a:t>
            </a:r>
            <a:r>
              <a:rPr lang="en-ID" sz="2000" b="0" i="0" u="none" strike="noStrike" dirty="0">
                <a:solidFill>
                  <a:srgbClr val="000000"/>
                </a:solidFill>
                <a:effectLst/>
              </a:rPr>
              <a:t>.</a:t>
            </a:r>
            <a:endParaRPr lang="en-ID" sz="2000" b="0" i="0" u="none" strike="noStrike" dirty="0">
              <a:solidFill>
                <a:srgbClr val="4A8CFF"/>
              </a:solidFill>
              <a:effectLst/>
            </a:endParaRP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5823295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D493D9-9537-427B-9CB8-9ABE2489A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dirty="0"/>
              <a:t>PENULISAN ALGORITMA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9115C-F035-A48C-F843-69A33FE69C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846899"/>
            <a:ext cx="10515600" cy="1560896"/>
          </a:xfrm>
        </p:spPr>
        <p:txBody>
          <a:bodyPr>
            <a:normAutofit fontScale="85000"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b="1" dirty="0" err="1"/>
              <a:t>Deskriptif</a:t>
            </a:r>
            <a:r>
              <a:rPr lang="en-US" dirty="0"/>
              <a:t>: </a:t>
            </a:r>
            <a:r>
              <a:rPr lang="en-US" dirty="0" err="1"/>
              <a:t>menggunakan</a:t>
            </a:r>
            <a:r>
              <a:rPr lang="en-US" dirty="0"/>
              <a:t> </a:t>
            </a:r>
            <a:r>
              <a:rPr lang="en-US" dirty="0" err="1"/>
              <a:t>bahasa</a:t>
            </a:r>
            <a:r>
              <a:rPr lang="en-US" dirty="0"/>
              <a:t> </a:t>
            </a:r>
            <a:r>
              <a:rPr lang="en-US" dirty="0" err="1"/>
              <a:t>manusia</a:t>
            </a:r>
            <a:r>
              <a:rPr lang="en-US" dirty="0"/>
              <a:t> </a:t>
            </a:r>
            <a:r>
              <a:rPr lang="en-US" dirty="0" err="1"/>
              <a:t>sehari-hari</a:t>
            </a:r>
            <a:r>
              <a:rPr lang="en-US" dirty="0"/>
              <a:t>, </a:t>
            </a:r>
            <a:r>
              <a:rPr lang="en-US" dirty="0" err="1"/>
              <a:t>seperti</a:t>
            </a:r>
            <a:r>
              <a:rPr lang="en-US" dirty="0"/>
              <a:t> Bahasa Indonesia </a:t>
            </a:r>
            <a:r>
              <a:rPr lang="en-US" dirty="0" err="1"/>
              <a:t>atau</a:t>
            </a:r>
            <a:r>
              <a:rPr lang="en-US" dirty="0"/>
              <a:t> Bahasa </a:t>
            </a:r>
            <a:r>
              <a:rPr lang="en-US" dirty="0" err="1"/>
              <a:t>Inggris</a:t>
            </a:r>
            <a:r>
              <a:rPr lang="en-US" dirty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Pseudocode</a:t>
            </a:r>
            <a:r>
              <a:rPr lang="en-US" dirty="0"/>
              <a:t>: </a:t>
            </a:r>
            <a:r>
              <a:rPr lang="en-US" dirty="0" err="1"/>
              <a:t>menggunakan</a:t>
            </a:r>
            <a:r>
              <a:rPr lang="en-US" dirty="0"/>
              <a:t> </a:t>
            </a:r>
            <a:r>
              <a:rPr lang="en-US" dirty="0" err="1"/>
              <a:t>bahasa</a:t>
            </a:r>
            <a:r>
              <a:rPr lang="en-US" dirty="0"/>
              <a:t> </a:t>
            </a:r>
            <a:r>
              <a:rPr lang="en-US" dirty="0" err="1"/>
              <a:t>instruksi</a:t>
            </a:r>
            <a:r>
              <a:rPr lang="en-US" dirty="0"/>
              <a:t> </a:t>
            </a:r>
            <a:r>
              <a:rPr lang="en-US" dirty="0" err="1"/>
              <a:t>komputer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Flowchart</a:t>
            </a:r>
            <a:r>
              <a:rPr lang="en-US" dirty="0"/>
              <a:t>: </a:t>
            </a:r>
            <a:r>
              <a:rPr lang="en-US" dirty="0" err="1"/>
              <a:t>menggunakan</a:t>
            </a:r>
            <a:r>
              <a:rPr lang="en-US" dirty="0"/>
              <a:t> diagram </a:t>
            </a:r>
            <a:r>
              <a:rPr lang="en-US" dirty="0" err="1"/>
              <a:t>alir</a:t>
            </a:r>
            <a:r>
              <a:rPr lang="en-US" dirty="0"/>
              <a:t> (flowchart)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simbol</a:t>
            </a:r>
            <a:r>
              <a:rPr lang="en-US" dirty="0"/>
              <a:t> </a:t>
            </a:r>
            <a:r>
              <a:rPr lang="en-US" dirty="0" err="1"/>
              <a:t>tertentu</a:t>
            </a:r>
            <a:r>
              <a:rPr lang="en-US" dirty="0"/>
              <a:t>.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  <p:pic>
        <p:nvPicPr>
          <p:cNvPr id="8" name="Picture 7" descr="A white paper with black text&#10;&#10;Description automatically generated">
            <a:extLst>
              <a:ext uri="{FF2B5EF4-FFF2-40B4-BE49-F238E27FC236}">
                <a16:creationId xmlns:a16="http://schemas.microsoft.com/office/drawing/2014/main" id="{0A173925-D3FA-91B7-D210-28E4C002BA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4103594" y="1858546"/>
            <a:ext cx="3467100" cy="240872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FFF41C7-0B3A-9134-AB12-51182D1114AE}"/>
              </a:ext>
            </a:extLst>
          </p:cNvPr>
          <p:cNvSpPr txBox="1"/>
          <p:nvPr/>
        </p:nvSpPr>
        <p:spPr>
          <a:xfrm>
            <a:off x="4103594" y="4343884"/>
            <a:ext cx="34671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>
                <a:hlinkClick r:id="rId3" tooltip="https://stackoverflow.com/questions/23187539/java-balanced-expressions-check/42175007"/>
              </a:rPr>
              <a:t>This Photo</a:t>
            </a:r>
            <a:r>
              <a:rPr lang="en-US" sz="900"/>
              <a:t> by Unknown Author is licensed under </a:t>
            </a:r>
            <a:r>
              <a:rPr lang="en-US" sz="900">
                <a:hlinkClick r:id="rId4" tooltip="https://creativecommons.org/licenses/by-sa/3.0/"/>
              </a:rPr>
              <a:t>CC BY-SA</a:t>
            </a:r>
            <a:endParaRPr lang="en-US" sz="900"/>
          </a:p>
        </p:txBody>
      </p:sp>
      <p:pic>
        <p:nvPicPr>
          <p:cNvPr id="11" name="Picture 10" descr="A diagram of a graph&#10;&#10;Description automatically generated">
            <a:extLst>
              <a:ext uri="{FF2B5EF4-FFF2-40B4-BE49-F238E27FC236}">
                <a16:creationId xmlns:a16="http://schemas.microsoft.com/office/drawing/2014/main" id="{7B1FCF35-0917-DA8F-38A8-FCEC894AEE4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8780930" y="1690688"/>
            <a:ext cx="2433918" cy="283035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C4403F1-DC22-D0B2-EF8E-A115531CE963}"/>
              </a:ext>
            </a:extLst>
          </p:cNvPr>
          <p:cNvSpPr txBox="1"/>
          <p:nvPr/>
        </p:nvSpPr>
        <p:spPr>
          <a:xfrm>
            <a:off x="8780930" y="4521040"/>
            <a:ext cx="310627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hlinkClick r:id="rId6" tooltip="https://computersciencewiki.org/index.php/System_diagramming"/>
              </a:rPr>
              <a:t>This Photo</a:t>
            </a:r>
            <a:r>
              <a:rPr lang="en-US" sz="900" dirty="0"/>
              <a:t> by Unknown Author is licensed under </a:t>
            </a:r>
            <a:r>
              <a:rPr lang="en-US" sz="900" dirty="0">
                <a:hlinkClick r:id="rId7" tooltip="https://creativecommons.org/licenses/by-nc-sa/3.0/"/>
              </a:rPr>
              <a:t>CC BY-SA-NC</a:t>
            </a:r>
            <a:endParaRPr lang="en-US" sz="900" dirty="0"/>
          </a:p>
        </p:txBody>
      </p:sp>
      <p:pic>
        <p:nvPicPr>
          <p:cNvPr id="14" name="Picture 13" descr="A black and white page of a drum&#10;&#10;Description automatically generated">
            <a:extLst>
              <a:ext uri="{FF2B5EF4-FFF2-40B4-BE49-F238E27FC236}">
                <a16:creationId xmlns:a16="http://schemas.microsoft.com/office/drawing/2014/main" id="{8E61820A-8384-642F-A0BE-8C62AFF82B5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837473B0-CC2E-450A-ABE3-18F120FF3D39}">
                <a1611:picAttrSrcUrl xmlns:a1611="http://schemas.microsoft.com/office/drawing/2016/11/main" r:id="rId9"/>
              </a:ext>
            </a:extLst>
          </a:blip>
          <a:stretch>
            <a:fillRect/>
          </a:stretch>
        </p:blipFill>
        <p:spPr>
          <a:xfrm>
            <a:off x="1503320" y="2043530"/>
            <a:ext cx="1390038" cy="2113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32477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B3462D-89F7-9C92-FD2F-02C5EFE9A3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Penulisan</a:t>
            </a:r>
            <a:r>
              <a:rPr lang="en-US" dirty="0"/>
              <a:t> </a:t>
            </a:r>
            <a:r>
              <a:rPr lang="en-US" dirty="0" err="1"/>
              <a:t>Algoritma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878235-2463-93E2-33E2-03CD6E104E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/>
              <a:t>Contoh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 err="1"/>
              <a:t>Buatlah</a:t>
            </a:r>
            <a:r>
              <a:rPr lang="en-US" dirty="0"/>
              <a:t> </a:t>
            </a:r>
            <a:r>
              <a:rPr lang="en-US" dirty="0" err="1"/>
              <a:t>algoritma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menghitung</a:t>
            </a:r>
            <a:r>
              <a:rPr lang="en-US" dirty="0"/>
              <a:t> </a:t>
            </a:r>
            <a:r>
              <a:rPr lang="en-US" dirty="0" err="1"/>
              <a:t>luas</a:t>
            </a:r>
            <a:r>
              <a:rPr lang="en-US" dirty="0"/>
              <a:t> </a:t>
            </a:r>
            <a:r>
              <a:rPr lang="en-US" dirty="0" err="1"/>
              <a:t>persegi</a:t>
            </a:r>
            <a:r>
              <a:rPr lang="en-US" dirty="0"/>
              <a:t> </a:t>
            </a:r>
            <a:r>
              <a:rPr lang="en-US" dirty="0" err="1"/>
              <a:t>panjang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: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Deskriptif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Pseudocode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Flowchart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3556415-6182-E41F-4782-E7D63B5B9D73}"/>
              </a:ext>
            </a:extLst>
          </p:cNvPr>
          <p:cNvSpPr txBox="1"/>
          <p:nvPr/>
        </p:nvSpPr>
        <p:spPr>
          <a:xfrm>
            <a:off x="3049929" y="3183566"/>
            <a:ext cx="60998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b="0" i="0" u="none" strike="noStrike" dirty="0">
                <a:solidFill>
                  <a:srgbClr val="000000"/>
                </a:solidFill>
                <a:effectLst/>
              </a:rPr>
              <a:t> 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38079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A8705-93E6-7951-D930-C99B1AD883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PENULISAN ALGORITMA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5BC673-734C-45C0-55D9-7FDE1BFFC1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995363"/>
            <a:ext cx="6172200" cy="4873625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 err="1"/>
              <a:t>Buat</a:t>
            </a:r>
            <a:r>
              <a:rPr lang="en-US" dirty="0"/>
              <a:t> </a:t>
            </a:r>
            <a:r>
              <a:rPr lang="en-US" dirty="0" err="1"/>
              <a:t>variabel</a:t>
            </a:r>
            <a:r>
              <a:rPr lang="en-US" dirty="0"/>
              <a:t> </a:t>
            </a:r>
            <a:r>
              <a:rPr lang="en-US" dirty="0" err="1"/>
              <a:t>panjang</a:t>
            </a:r>
            <a:r>
              <a:rPr lang="en-US" dirty="0"/>
              <a:t>, </a:t>
            </a:r>
            <a:r>
              <a:rPr lang="en-US" dirty="0" err="1"/>
              <a:t>sisi</a:t>
            </a:r>
            <a:r>
              <a:rPr lang="en-US" dirty="0"/>
              <a:t>, dan </a:t>
            </a:r>
            <a:r>
              <a:rPr lang="en-US" dirty="0" err="1"/>
              <a:t>luas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tipe</a:t>
            </a:r>
            <a:r>
              <a:rPr lang="en-US" dirty="0"/>
              <a:t> data </a:t>
            </a:r>
            <a:r>
              <a:rPr lang="en-US" dirty="0" err="1"/>
              <a:t>numerik</a:t>
            </a:r>
            <a:r>
              <a:rPr lang="en-US" dirty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Masukan</a:t>
            </a:r>
            <a:r>
              <a:rPr lang="en-US" dirty="0"/>
              <a:t> </a:t>
            </a:r>
            <a:r>
              <a:rPr lang="en-US" dirty="0" err="1"/>
              <a:t>nilai</a:t>
            </a:r>
            <a:r>
              <a:rPr lang="en-US" dirty="0"/>
              <a:t> </a:t>
            </a:r>
            <a:r>
              <a:rPr lang="en-US" dirty="0" err="1"/>
              <a:t>panjang</a:t>
            </a:r>
            <a:r>
              <a:rPr lang="en-US" dirty="0"/>
              <a:t> dan </a:t>
            </a:r>
            <a:r>
              <a:rPr lang="en-US" dirty="0" err="1"/>
              <a:t>sisi</a:t>
            </a:r>
            <a:r>
              <a:rPr lang="en-US" dirty="0"/>
              <a:t> masing-masing </a:t>
            </a:r>
            <a:r>
              <a:rPr lang="en-US" dirty="0" err="1"/>
              <a:t>persegi</a:t>
            </a:r>
            <a:r>
              <a:rPr lang="en-US" dirty="0"/>
              <a:t> </a:t>
            </a:r>
            <a:r>
              <a:rPr lang="en-US" dirty="0" err="1"/>
              <a:t>panjang</a:t>
            </a:r>
            <a:r>
              <a:rPr lang="en-US" dirty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Hitung</a:t>
            </a:r>
            <a:r>
              <a:rPr lang="en-US" dirty="0"/>
              <a:t> </a:t>
            </a:r>
            <a:r>
              <a:rPr lang="en-US" dirty="0" err="1"/>
              <a:t>panjang</a:t>
            </a:r>
            <a:r>
              <a:rPr lang="en-US" dirty="0"/>
              <a:t> </a:t>
            </a:r>
            <a:r>
              <a:rPr lang="en-US" dirty="0" err="1"/>
              <a:t>dikali</a:t>
            </a:r>
            <a:r>
              <a:rPr lang="en-US" dirty="0"/>
              <a:t> </a:t>
            </a:r>
            <a:r>
              <a:rPr lang="en-US" dirty="0" err="1"/>
              <a:t>sisi</a:t>
            </a:r>
            <a:r>
              <a:rPr lang="en-US" dirty="0"/>
              <a:t> dan </a:t>
            </a:r>
            <a:r>
              <a:rPr lang="en-US" dirty="0" err="1"/>
              <a:t>simpan</a:t>
            </a:r>
            <a:r>
              <a:rPr lang="en-US" dirty="0"/>
              <a:t> pada </a:t>
            </a:r>
            <a:r>
              <a:rPr lang="en-US" dirty="0" err="1"/>
              <a:t>variabel</a:t>
            </a:r>
            <a:r>
              <a:rPr lang="en-US" dirty="0"/>
              <a:t> </a:t>
            </a:r>
            <a:r>
              <a:rPr lang="en-US" dirty="0" err="1"/>
              <a:t>luas</a:t>
            </a:r>
            <a:r>
              <a:rPr lang="en-US" dirty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Tampilkan</a:t>
            </a:r>
            <a:r>
              <a:rPr lang="en-US" dirty="0"/>
              <a:t> </a:t>
            </a:r>
            <a:r>
              <a:rPr lang="en-US" dirty="0" err="1"/>
              <a:t>nilai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variabel</a:t>
            </a:r>
            <a:r>
              <a:rPr lang="en-US" dirty="0"/>
              <a:t> </a:t>
            </a:r>
            <a:r>
              <a:rPr lang="en-US" dirty="0" err="1"/>
              <a:t>luas</a:t>
            </a:r>
            <a:r>
              <a:rPr lang="en-US" dirty="0"/>
              <a:t>.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A8D9C4-309A-DEAE-6E19-8B04A339AC85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en-US" sz="2800" dirty="0" err="1"/>
              <a:t>Deskriptif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8770530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A8705-93E6-7951-D930-C99B1AD883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199"/>
            <a:ext cx="3932237" cy="232820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b="1" kern="1200" dirty="0">
                <a:solidFill>
                  <a:schemeClr val="accent1"/>
                </a:solidFill>
                <a:latin typeface="Gill Sans MT" panose="020B0502020104020203" pitchFamily="34" charset="77"/>
                <a:ea typeface="+mj-ea"/>
                <a:cs typeface="+mj-cs"/>
              </a:rPr>
              <a:t>PENULISAN ALGORITMA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C189FE3-D0F4-176D-A4F7-629F4A33BC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191299" y="1902299"/>
            <a:ext cx="7000701" cy="3255326"/>
          </a:xfrm>
          <a:prstGeom prst="rect">
            <a:avLst/>
          </a:prstGeom>
          <a:solidFill>
            <a:srgbClr val="FFFFFF"/>
          </a:solidFill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9B9403B-5375-D573-AB68-1B90BA2E7734}"/>
              </a:ext>
            </a:extLst>
          </p:cNvPr>
          <p:cNvSpPr txBox="1"/>
          <p:nvPr/>
        </p:nvSpPr>
        <p:spPr>
          <a:xfrm>
            <a:off x="839788" y="2912012"/>
            <a:ext cx="3932237" cy="29569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800" kern="1200" dirty="0">
                <a:latin typeface="Gill Sans MT" panose="020B0502020104020203" pitchFamily="34" charset="77"/>
                <a:ea typeface="+mn-ea"/>
                <a:cs typeface="+mn-cs"/>
              </a:rPr>
              <a:t>Pseudocode</a:t>
            </a:r>
            <a:endParaRPr lang="en-US" sz="2400" kern="1200" dirty="0">
              <a:latin typeface="Gill Sans MT" panose="020B0502020104020203" pitchFamily="34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49781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A8705-93E6-7951-D930-C99B1AD883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PENULISAN ALGORITMA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FAC129-B251-571C-7788-0B5517177E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A3D4EB-454D-FFBE-DA97-8046AE6F6D05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solidFill>
                  <a:schemeClr val="accent1"/>
                </a:solidFill>
              </a:rPr>
              <a:t>Flowchart</a:t>
            </a:r>
          </a:p>
        </p:txBody>
      </p:sp>
      <p:pic>
        <p:nvPicPr>
          <p:cNvPr id="3074" name="Picture 2" descr="A diagram of a computer program&#10;&#10;Description automatically generated">
            <a:extLst>
              <a:ext uri="{FF2B5EF4-FFF2-40B4-BE49-F238E27FC236}">
                <a16:creationId xmlns:a16="http://schemas.microsoft.com/office/drawing/2014/main" id="{C322F01F-7CA2-4E5B-3029-2BBEF634DB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4225" y="0"/>
            <a:ext cx="236537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081008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9885DD4-6B71-F6F0-B5A8-46CEFFD089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C53F3D0-A04F-E4F4-03B4-FB0291B9D4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Flowchart</a:t>
            </a:r>
          </a:p>
        </p:txBody>
      </p:sp>
    </p:spTree>
    <p:extLst>
      <p:ext uri="{BB962C8B-B14F-4D97-AF65-F5344CB8AC3E}">
        <p14:creationId xmlns:p14="http://schemas.microsoft.com/office/powerpoint/2010/main" val="3698205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15A60E-E7A8-7AA2-8EA3-49EEF6DDB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dirty="0"/>
              <a:t>Flowchart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7EDF76-B19A-14AB-CB5D-38369B10E1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dirty="0"/>
              <a:t>Flowchart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dirty="0" err="1"/>
              <a:t>visualisasi</a:t>
            </a:r>
            <a:r>
              <a:rPr lang="en-US" dirty="0"/>
              <a:t> yang </a:t>
            </a:r>
            <a:r>
              <a:rPr lang="en-US" dirty="0" err="1"/>
              <a:t>digunakan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merepresentasikan</a:t>
            </a:r>
            <a:r>
              <a:rPr lang="en-US" dirty="0"/>
              <a:t> </a:t>
            </a:r>
            <a:r>
              <a:rPr lang="en-US" dirty="0" err="1"/>
              <a:t>algoritma</a:t>
            </a:r>
            <a:r>
              <a:rPr lang="en-US" dirty="0"/>
              <a:t>, proses,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urutan</a:t>
            </a:r>
            <a:r>
              <a:rPr lang="en-US" dirty="0"/>
              <a:t> </a:t>
            </a:r>
            <a:r>
              <a:rPr lang="en-US" dirty="0" err="1"/>
              <a:t>tindakan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bentuk</a:t>
            </a:r>
            <a:r>
              <a:rPr lang="en-US" dirty="0"/>
              <a:t> diagram. </a:t>
            </a:r>
          </a:p>
          <a:p>
            <a:pPr>
              <a:lnSpc>
                <a:spcPct val="110000"/>
              </a:lnSpc>
            </a:pPr>
            <a:r>
              <a:rPr lang="en-US" dirty="0" err="1"/>
              <a:t>Fungsi</a:t>
            </a:r>
            <a:r>
              <a:rPr lang="en-US" dirty="0"/>
              <a:t> </a:t>
            </a:r>
            <a:r>
              <a:rPr lang="en-US" dirty="0" err="1"/>
              <a:t>utama</a:t>
            </a:r>
            <a:r>
              <a:rPr lang="en-US" dirty="0"/>
              <a:t> flowchart: </a:t>
            </a:r>
            <a:r>
              <a:rPr lang="en-US" dirty="0" err="1"/>
              <a:t>membuat</a:t>
            </a:r>
            <a:r>
              <a:rPr lang="en-US" dirty="0"/>
              <a:t> </a:t>
            </a:r>
            <a:r>
              <a:rPr lang="en-US" dirty="0" err="1"/>
              <a:t>rangkaian</a:t>
            </a:r>
            <a:r>
              <a:rPr lang="en-US" dirty="0"/>
              <a:t> </a:t>
            </a:r>
            <a:r>
              <a:rPr lang="en-US" dirty="0" err="1"/>
              <a:t>prosedur</a:t>
            </a:r>
            <a:r>
              <a:rPr lang="en-US" dirty="0"/>
              <a:t> </a:t>
            </a:r>
            <a:r>
              <a:rPr lang="en-US" dirty="0" err="1"/>
              <a:t>menjadi</a:t>
            </a:r>
            <a:r>
              <a:rPr lang="en-US" dirty="0"/>
              <a:t> </a:t>
            </a:r>
            <a:r>
              <a:rPr lang="en-US" dirty="0" err="1"/>
              <a:t>lebih</a:t>
            </a:r>
            <a:r>
              <a:rPr lang="en-US" dirty="0"/>
              <a:t> </a:t>
            </a:r>
            <a:r>
              <a:rPr lang="en-US" dirty="0" err="1"/>
              <a:t>sederhana</a:t>
            </a:r>
            <a:r>
              <a:rPr lang="en-US" dirty="0"/>
              <a:t> agar </a:t>
            </a:r>
            <a:r>
              <a:rPr lang="en-US" dirty="0" err="1"/>
              <a:t>mempermudah</a:t>
            </a:r>
            <a:r>
              <a:rPr lang="en-US" dirty="0"/>
              <a:t> </a:t>
            </a:r>
            <a:r>
              <a:rPr lang="en-US" dirty="0" err="1"/>
              <a:t>pemahaman</a:t>
            </a:r>
            <a:r>
              <a:rPr lang="en-US" dirty="0"/>
              <a:t> </a:t>
            </a:r>
            <a:r>
              <a:rPr lang="en-US" dirty="0" err="1"/>
              <a:t>terhadap</a:t>
            </a:r>
            <a:r>
              <a:rPr lang="en-US" dirty="0"/>
              <a:t> </a:t>
            </a:r>
            <a:r>
              <a:rPr lang="en-US" dirty="0" err="1"/>
              <a:t>informasi</a:t>
            </a:r>
            <a:r>
              <a:rPr lang="en-US" dirty="0"/>
              <a:t>.</a:t>
            </a:r>
          </a:p>
          <a:p>
            <a:pPr>
              <a:lnSpc>
                <a:spcPct val="110000"/>
              </a:lnSpc>
            </a:pPr>
            <a:r>
              <a:rPr lang="en-US" dirty="0"/>
              <a:t>Flowchart </a:t>
            </a:r>
            <a:r>
              <a:rPr lang="en-US" dirty="0" err="1"/>
              <a:t>digambarkan</a:t>
            </a:r>
            <a:r>
              <a:rPr lang="en-US" dirty="0"/>
              <a:t> </a:t>
            </a:r>
            <a:r>
              <a:rPr lang="en-US" dirty="0" err="1"/>
              <a:t>menggunakan</a:t>
            </a:r>
            <a:r>
              <a:rPr lang="en-US" dirty="0"/>
              <a:t> </a:t>
            </a:r>
            <a:r>
              <a:rPr lang="en-US" dirty="0" err="1"/>
              <a:t>simbol-simbol</a:t>
            </a:r>
            <a:r>
              <a:rPr lang="en-US" dirty="0"/>
              <a:t> dan </a:t>
            </a:r>
            <a:r>
              <a:rPr lang="en-US" dirty="0" err="1"/>
              <a:t>dihubungkan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garis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arah</a:t>
            </a:r>
            <a:r>
              <a:rPr lang="en-US" dirty="0"/>
              <a:t> </a:t>
            </a:r>
            <a:r>
              <a:rPr lang="en-US" dirty="0" err="1"/>
              <a:t>panah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menggambarkan</a:t>
            </a:r>
            <a:r>
              <a:rPr lang="en-US" dirty="0"/>
              <a:t> </a:t>
            </a:r>
            <a:r>
              <a:rPr lang="en-US" dirty="0" err="1"/>
              <a:t>langkah-langkah</a:t>
            </a:r>
            <a:r>
              <a:rPr lang="en-US" dirty="0"/>
              <a:t> yang </a:t>
            </a:r>
            <a:r>
              <a:rPr lang="en-US" dirty="0" err="1"/>
              <a:t>harus</a:t>
            </a:r>
            <a:r>
              <a:rPr lang="en-US" dirty="0"/>
              <a:t> </a:t>
            </a:r>
            <a:r>
              <a:rPr lang="en-US" dirty="0" err="1"/>
              <a:t>diikuti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suatu</a:t>
            </a:r>
            <a:r>
              <a:rPr lang="en-US" dirty="0"/>
              <a:t> proses.</a:t>
            </a:r>
          </a:p>
        </p:txBody>
      </p:sp>
    </p:spTree>
    <p:extLst>
      <p:ext uri="{BB962C8B-B14F-4D97-AF65-F5344CB8AC3E}">
        <p14:creationId xmlns:p14="http://schemas.microsoft.com/office/powerpoint/2010/main" val="1609417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0C9C3E-77CF-A05E-0A18-C5BEB137E2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Simbol-Simbol</a:t>
            </a:r>
            <a:r>
              <a:rPr lang="en-US" dirty="0"/>
              <a:t> Flowchart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21C8ADE9-2A22-973F-32E0-1C66A73A38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3257" y="1529528"/>
            <a:ext cx="7625486" cy="50978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191052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34" name="Picture 14" descr="A white symbol on an orange background&#10;&#10;Description automatically generated">
            <a:extLst>
              <a:ext uri="{FF2B5EF4-FFF2-40B4-BE49-F238E27FC236}">
                <a16:creationId xmlns:a16="http://schemas.microsoft.com/office/drawing/2014/main" id="{66B493CC-C7E9-F6AD-D80F-09E9B5049A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219791" y="278438"/>
            <a:ext cx="2543217" cy="25432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40" name="Picture 20" descr="A black and grey logo&#10;&#10;Description automatically generated">
            <a:extLst>
              <a:ext uri="{FF2B5EF4-FFF2-40B4-BE49-F238E27FC236}">
                <a16:creationId xmlns:a16="http://schemas.microsoft.com/office/drawing/2014/main" id="{9432D7D9-8FBF-E980-BABA-17C6330FE1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338316" y="1195076"/>
            <a:ext cx="4732940" cy="7099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6" name="Picture 16" descr="A blue and white logo&#10;&#10;Description automatically generated">
            <a:extLst>
              <a:ext uri="{FF2B5EF4-FFF2-40B4-BE49-F238E27FC236}">
                <a16:creationId xmlns:a16="http://schemas.microsoft.com/office/drawing/2014/main" id="{3F62D3A6-CE98-F4D9-6402-7A69D641A0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218468" y="3109455"/>
            <a:ext cx="2545862" cy="2545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8" name="Picture 18" descr="A red and white logo&#10;&#10;Description automatically generated">
            <a:extLst>
              <a:ext uri="{FF2B5EF4-FFF2-40B4-BE49-F238E27FC236}">
                <a16:creationId xmlns:a16="http://schemas.microsoft.com/office/drawing/2014/main" id="{AEB62C69-F726-CE51-4484-B23652A877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428051" y="3109455"/>
            <a:ext cx="2553469" cy="25534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6410378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652343A-3C88-F4F6-BC4C-EDEBD40C58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Contoh</a:t>
            </a:r>
            <a:r>
              <a:rPr lang="en-US" dirty="0"/>
              <a:t> Flowchart (1)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FE57AD5-B661-8C3C-FDAE-DBD98952AAE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Flowchart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membandingkan</a:t>
            </a:r>
            <a:r>
              <a:rPr lang="en-US" dirty="0"/>
              <a:t> </a:t>
            </a:r>
            <a:r>
              <a:rPr lang="en-US" dirty="0" err="1"/>
              <a:t>dua</a:t>
            </a:r>
            <a:r>
              <a:rPr lang="en-US" dirty="0"/>
              <a:t> </a:t>
            </a:r>
            <a:r>
              <a:rPr lang="en-US" dirty="0" err="1"/>
              <a:t>buah</a:t>
            </a:r>
            <a:r>
              <a:rPr lang="en-US" dirty="0"/>
              <a:t> </a:t>
            </a:r>
            <a:r>
              <a:rPr lang="en-US" dirty="0" err="1"/>
              <a:t>bilangan</a:t>
            </a:r>
            <a:r>
              <a:rPr lang="en-US" dirty="0"/>
              <a:t> dan </a:t>
            </a:r>
            <a:r>
              <a:rPr lang="en-US" dirty="0" err="1"/>
              <a:t>menampilkan</a:t>
            </a:r>
            <a:r>
              <a:rPr lang="en-US" dirty="0"/>
              <a:t> </a:t>
            </a:r>
            <a:r>
              <a:rPr lang="en-US" dirty="0" err="1"/>
              <a:t>bilangan</a:t>
            </a:r>
            <a:r>
              <a:rPr lang="en-US" dirty="0"/>
              <a:t> </a:t>
            </a:r>
            <a:r>
              <a:rPr lang="en-US" dirty="0" err="1"/>
              <a:t>terbesar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pic>
        <p:nvPicPr>
          <p:cNvPr id="6146" name="Picture 2" descr="A diagram of a computer program&#10;&#10;Description automatically generated">
            <a:extLst>
              <a:ext uri="{FF2B5EF4-FFF2-40B4-BE49-F238E27FC236}">
                <a16:creationId xmlns:a16="http://schemas.microsoft.com/office/drawing/2014/main" id="{0F5211A4-ACE9-A678-5830-0A2D5B62D4C4}"/>
              </a:ext>
            </a:extLst>
          </p:cNvPr>
          <p:cNvPicPr>
            <a:picLocks noGrp="1" noChangeAspect="1" noChangeArrowheads="1"/>
          </p:cNvPicPr>
          <p:nvPr>
            <p:ph type="pic" sz="quarter" idx="1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486" b="-14876"/>
          <a:stretch/>
        </p:blipFill>
        <p:spPr bwMode="auto">
          <a:xfrm>
            <a:off x="727112" y="134471"/>
            <a:ext cx="4356221" cy="68767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516749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652343A-3C88-F4F6-BC4C-EDEBD40C58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Contoh</a:t>
            </a:r>
            <a:r>
              <a:rPr lang="en-US" dirty="0"/>
              <a:t> Flowchart (2)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FE57AD5-B661-8C3C-FDAE-DBD98952AAE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Flowchart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menampilkan</a:t>
            </a:r>
            <a:r>
              <a:rPr lang="en-US" dirty="0"/>
              <a:t> </a:t>
            </a:r>
            <a:r>
              <a:rPr lang="en-US" dirty="0" err="1"/>
              <a:t>angka</a:t>
            </a:r>
            <a:r>
              <a:rPr lang="en-US" dirty="0"/>
              <a:t> 0 </a:t>
            </a:r>
            <a:r>
              <a:rPr lang="en-US" dirty="0" err="1"/>
              <a:t>sampai</a:t>
            </a:r>
            <a:r>
              <a:rPr lang="en-US" dirty="0"/>
              <a:t> 10</a:t>
            </a:r>
          </a:p>
          <a:p>
            <a:pPr marL="0" indent="0">
              <a:buNone/>
            </a:pP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pic>
        <p:nvPicPr>
          <p:cNvPr id="8194" name="Picture 2" descr="A diagram of a flowchart&#10;&#10;Description automatically generated">
            <a:extLst>
              <a:ext uri="{FF2B5EF4-FFF2-40B4-BE49-F238E27FC236}">
                <a16:creationId xmlns:a16="http://schemas.microsoft.com/office/drawing/2014/main" id="{6DE2280C-FA38-0A4F-F743-41B83BBE5B1E}"/>
              </a:ext>
            </a:extLst>
          </p:cNvPr>
          <p:cNvPicPr>
            <a:picLocks noGrp="1" noChangeAspect="1" noChangeArrowheads="1"/>
          </p:cNvPicPr>
          <p:nvPr>
            <p:ph type="pic" sz="quarter" idx="1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4581" b="-1100"/>
          <a:stretch/>
        </p:blipFill>
        <p:spPr bwMode="auto">
          <a:xfrm>
            <a:off x="629144" y="1"/>
            <a:ext cx="4454190" cy="6213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403172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AD46939-068F-7D75-3E48-0BDC9E94F2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LATIHAN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CBF20CA-EE8E-BF01-949E-8E0A51DFE4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87592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49B9-4E02-FB04-4199-55C171B075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LATIHAN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C7F00-2843-DF2A-0AFA-D68E5C23F4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 err="1"/>
              <a:t>Adikmu</a:t>
            </a:r>
            <a:r>
              <a:rPr lang="en-US" dirty="0"/>
              <a:t> </a:t>
            </a:r>
            <a:r>
              <a:rPr lang="en-US" dirty="0" err="1"/>
              <a:t>mendapat</a:t>
            </a:r>
            <a:r>
              <a:rPr lang="en-US" dirty="0"/>
              <a:t> </a:t>
            </a:r>
            <a:r>
              <a:rPr lang="en-US" dirty="0" err="1"/>
              <a:t>tugas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sekolah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bercerita</a:t>
            </a:r>
            <a:r>
              <a:rPr lang="en-US" dirty="0"/>
              <a:t> </a:t>
            </a:r>
            <a:r>
              <a:rPr lang="en-US" dirty="0" err="1"/>
              <a:t>tentang</a:t>
            </a:r>
            <a:r>
              <a:rPr lang="en-US" dirty="0"/>
              <a:t> </a:t>
            </a:r>
            <a:r>
              <a:rPr lang="en-US" dirty="0" err="1"/>
              <a:t>liburan</a:t>
            </a:r>
            <a:r>
              <a:rPr lang="en-US" dirty="0"/>
              <a:t> </a:t>
            </a:r>
            <a:r>
              <a:rPr lang="en-US" dirty="0" err="1"/>
              <a:t>akhir</a:t>
            </a:r>
            <a:r>
              <a:rPr lang="en-US" dirty="0"/>
              <a:t> </a:t>
            </a:r>
            <a:r>
              <a:rPr lang="en-US" dirty="0" err="1"/>
              <a:t>tahun</a:t>
            </a:r>
            <a:r>
              <a:rPr lang="en-US" dirty="0"/>
              <a:t>.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menggunakan</a:t>
            </a:r>
            <a:r>
              <a:rPr lang="en-US" dirty="0"/>
              <a:t> </a:t>
            </a:r>
            <a:r>
              <a:rPr lang="en-US" dirty="0" err="1"/>
              <a:t>dekomposisi</a:t>
            </a:r>
            <a:r>
              <a:rPr lang="en-US" dirty="0"/>
              <a:t>, </a:t>
            </a:r>
            <a:r>
              <a:rPr lang="en-US" dirty="0" err="1"/>
              <a:t>bantulah</a:t>
            </a:r>
            <a:r>
              <a:rPr lang="en-US" dirty="0"/>
              <a:t> </a:t>
            </a:r>
            <a:r>
              <a:rPr lang="en-US" dirty="0" err="1"/>
              <a:t>adikmu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memudahkan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menyelesaikan</a:t>
            </a:r>
            <a:r>
              <a:rPr lang="en-US" dirty="0"/>
              <a:t> </a:t>
            </a:r>
            <a:r>
              <a:rPr lang="en-US" dirty="0" err="1"/>
              <a:t>soal</a:t>
            </a:r>
            <a:r>
              <a:rPr lang="en-US" dirty="0"/>
              <a:t> </a:t>
            </a:r>
            <a:r>
              <a:rPr lang="en-US" dirty="0" err="1"/>
              <a:t>tersebut</a:t>
            </a:r>
            <a:r>
              <a:rPr lang="en-US" dirty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Ibumu</a:t>
            </a:r>
            <a:r>
              <a:rPr lang="en-US" dirty="0"/>
              <a:t>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dirty="0" err="1"/>
              <a:t>pecinta</a:t>
            </a:r>
            <a:r>
              <a:rPr lang="en-US" dirty="0"/>
              <a:t> </a:t>
            </a:r>
            <a:r>
              <a:rPr lang="en-US" dirty="0" err="1"/>
              <a:t>tanaman</a:t>
            </a:r>
            <a:r>
              <a:rPr lang="en-US" dirty="0"/>
              <a:t>, dan </a:t>
            </a:r>
            <a:r>
              <a:rPr lang="en-US" dirty="0" err="1"/>
              <a:t>kamu</a:t>
            </a:r>
            <a:r>
              <a:rPr lang="en-US" dirty="0"/>
              <a:t> </a:t>
            </a:r>
            <a:r>
              <a:rPr lang="en-US" dirty="0" err="1"/>
              <a:t>diminta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membuat</a:t>
            </a:r>
            <a:r>
              <a:rPr lang="en-US" dirty="0"/>
              <a:t> </a:t>
            </a:r>
            <a:r>
              <a:rPr lang="en-US" dirty="0" err="1"/>
              <a:t>aplikasi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menyiram</a:t>
            </a:r>
            <a:r>
              <a:rPr lang="en-US" dirty="0"/>
              <a:t> </a:t>
            </a:r>
            <a:r>
              <a:rPr lang="en-US" dirty="0" err="1"/>
              <a:t>tanaman</a:t>
            </a:r>
            <a:r>
              <a:rPr lang="en-US" dirty="0"/>
              <a:t> </a:t>
            </a:r>
            <a:r>
              <a:rPr lang="en-US" dirty="0" err="1"/>
              <a:t>otomatis</a:t>
            </a:r>
            <a:r>
              <a:rPr lang="en-US" dirty="0"/>
              <a:t>. </a:t>
            </a:r>
            <a:r>
              <a:rPr lang="en-US" dirty="0" err="1"/>
              <a:t>Buatlah</a:t>
            </a:r>
            <a:r>
              <a:rPr lang="en-US" dirty="0"/>
              <a:t> </a:t>
            </a:r>
            <a:r>
              <a:rPr lang="en-US" dirty="0" err="1"/>
              <a:t>algoritma</a:t>
            </a:r>
            <a:r>
              <a:rPr lang="en-US" dirty="0"/>
              <a:t> </a:t>
            </a:r>
            <a:r>
              <a:rPr lang="en-US" dirty="0" err="1"/>
              <a:t>penyelesaiannya</a:t>
            </a:r>
            <a:r>
              <a:rPr lang="en-US" dirty="0"/>
              <a:t> </a:t>
            </a:r>
            <a:r>
              <a:rPr lang="en-US" dirty="0" err="1"/>
              <a:t>secara</a:t>
            </a:r>
            <a:r>
              <a:rPr lang="en-US" dirty="0"/>
              <a:t> detail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Pak RT di </a:t>
            </a:r>
            <a:r>
              <a:rPr lang="en-US" dirty="0" err="1"/>
              <a:t>perumahanmu</a:t>
            </a:r>
            <a:r>
              <a:rPr lang="en-US" dirty="0"/>
              <a:t> </a:t>
            </a:r>
            <a:r>
              <a:rPr lang="en-US" dirty="0" err="1"/>
              <a:t>ingin</a:t>
            </a:r>
            <a:r>
              <a:rPr lang="en-US" dirty="0"/>
              <a:t> </a:t>
            </a:r>
            <a:r>
              <a:rPr lang="en-ID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mengurangi</a:t>
            </a:r>
            <a:r>
              <a:rPr lang="en-ID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n-ID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penggunaan</a:t>
            </a:r>
            <a:r>
              <a:rPr lang="en-ID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n-ID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plastik</a:t>
            </a:r>
            <a:r>
              <a:rPr lang="en-ID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n-ID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sekali</a:t>
            </a:r>
            <a:r>
              <a:rPr lang="en-ID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n-ID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pakai</a:t>
            </a:r>
            <a:r>
              <a:rPr lang="en-ID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. </a:t>
            </a:r>
            <a:r>
              <a:rPr lang="en-ID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Rancanglah</a:t>
            </a:r>
            <a:r>
              <a:rPr lang="en-ID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n-ID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solusi</a:t>
            </a:r>
            <a:r>
              <a:rPr lang="en-ID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n-ID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penyelesaiannya</a:t>
            </a:r>
            <a:r>
              <a:rPr lang="en-ID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n-ID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secara</a:t>
            </a:r>
            <a:r>
              <a:rPr lang="en-ID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computational thinking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718652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C1306E-75F0-5157-CAE0-66D67374CE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Ada </a:t>
            </a:r>
            <a:r>
              <a:rPr lang="en-US" dirty="0" err="1"/>
              <a:t>Pertanyaan</a:t>
            </a:r>
            <a:r>
              <a:rPr lang="en-US" dirty="0"/>
              <a:t>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611627-72EC-2090-8643-C9CA066741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3711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203864"/>
      </a:accent1>
      <a:accent2>
        <a:srgbClr val="A8836F"/>
      </a:accent2>
      <a:accent3>
        <a:srgbClr val="F4F4F4"/>
      </a:accent3>
      <a:accent4>
        <a:srgbClr val="A38500"/>
      </a:accent4>
      <a:accent5>
        <a:srgbClr val="5B9BD5"/>
      </a:accent5>
      <a:accent6>
        <a:srgbClr val="527F53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1773</TotalTime>
  <Words>925</Words>
  <Application>Microsoft Macintosh PowerPoint</Application>
  <PresentationFormat>Widescreen</PresentationFormat>
  <Paragraphs>123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6" baseType="lpstr">
      <vt:lpstr>-webkit-standard</vt:lpstr>
      <vt:lpstr>Aharoni</vt:lpstr>
      <vt:lpstr>Arial</vt:lpstr>
      <vt:lpstr>Calibri</vt:lpstr>
      <vt:lpstr>Calibri Light</vt:lpstr>
      <vt:lpstr>Gill Sans MT</vt:lpstr>
      <vt:lpstr>Office Theme</vt:lpstr>
      <vt:lpstr>COMPUTATIONAL THINKING</vt:lpstr>
      <vt:lpstr>PERMASALAHAN SEHARI-HARI</vt:lpstr>
      <vt:lpstr>COMPUTATIONAL THINKING</vt:lpstr>
      <vt:lpstr>APAKAH PENTING?</vt:lpstr>
      <vt:lpstr>CT Vs HOTS</vt:lpstr>
      <vt:lpstr>PRINSIP COMPUTATIONAL THINKING</vt:lpstr>
      <vt:lpstr>DECOMPOSITION</vt:lpstr>
      <vt:lpstr>PATTERN RECOGNITION</vt:lpstr>
      <vt:lpstr>ABSTRACTION</vt:lpstr>
      <vt:lpstr>ALGORITHM</vt:lpstr>
      <vt:lpstr>KRITERIA ALGORITMA</vt:lpstr>
      <vt:lpstr>ALGORITMA DAN PEMROGRAMAN</vt:lpstr>
      <vt:lpstr>SISTEM KOMPUTER</vt:lpstr>
      <vt:lpstr>SISTEM KOMPUTER</vt:lpstr>
      <vt:lpstr>PROGRAM DAN BAHASA PEMROGRAMAN</vt:lpstr>
      <vt:lpstr>PENULISAN ALGORITMA</vt:lpstr>
      <vt:lpstr>Penulisan Algoritma</vt:lpstr>
      <vt:lpstr>PENULISAN ALGORITMA</vt:lpstr>
      <vt:lpstr>PENULISAN ALGORITMA</vt:lpstr>
      <vt:lpstr>PENULISAN ALGORITMA</vt:lpstr>
      <vt:lpstr>Flowchart</vt:lpstr>
      <vt:lpstr>Flowchart</vt:lpstr>
      <vt:lpstr>Simbol-Simbol Flowchart</vt:lpstr>
      <vt:lpstr>PowerPoint Presentation</vt:lpstr>
      <vt:lpstr>Contoh Flowchart (1)</vt:lpstr>
      <vt:lpstr>Contoh Flowchart (2)</vt:lpstr>
      <vt:lpstr>LATIHAN</vt:lpstr>
      <vt:lpstr>LATIHAN</vt:lpstr>
      <vt:lpstr>Ada Pertanyaan?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indirasyawanodya</dc:creator>
  <cp:lastModifiedBy>indirasyawanodya</cp:lastModifiedBy>
  <cp:revision>6</cp:revision>
  <dcterms:created xsi:type="dcterms:W3CDTF">2025-08-15T01:30:00Z</dcterms:created>
  <dcterms:modified xsi:type="dcterms:W3CDTF">2025-08-27T03:30:12Z</dcterms:modified>
</cp:coreProperties>
</file>